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66" r:id="rId15"/>
    <p:sldId id="267" r:id="rId16"/>
    <p:sldId id="268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A44B-75F2-972F-5A16-954D68465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8E3DB-E349-85BB-F5D4-5A4A8E954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B3E68-BA45-236B-DD3A-0047F31E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80202-F668-6156-D2A7-A00746A3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955B-34B2-C119-FFC5-67A5FB17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30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84D8-4903-1D79-96BC-668D4BEA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79BD4-AEC0-D8CF-A8A5-DB69C36BB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073C2-7D18-750B-84D5-1B720E20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FDF09-8030-D775-E34E-D2A639B3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A9FAA-7739-AF61-1C05-56EC5666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051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3599-694A-934E-8D02-9DC10DFFE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55DDE-FBAF-12B3-682E-CFBADD97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4133-D00C-85DC-A247-A2510003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A640C-E932-B434-77D1-57A315E1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04ABF-E83D-8435-A7E8-BDB75BCE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9082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E953-A16B-033C-91F0-DE3CADC1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21E0B-C307-FD3A-CE98-4E71F329E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ECA97-AD0C-0535-811F-E45335327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F4E87-F1F7-4078-121D-D37EB8FB7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7673B-E99B-3547-F32A-9D435C75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852EC-7CB3-2C0A-83F6-C76D3131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089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C44B-B8A9-47B9-D1BD-F105818A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01B3E-B03E-BB7B-6FB2-425318935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753FE-2ED5-5DE4-EB30-88168D5C0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D9EAB-3523-2AE7-CA21-C3FFF0E29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2B4A44-8013-FA18-7476-46617A901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E08498-AFF1-703B-08F2-282BD8507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74A50-3B6A-B65C-9261-D54629B3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625A7B-9B06-17EF-24A3-5A0BF831F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732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878A-EEAC-FDC2-FCE5-5672FCFF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23FCC-AB32-AC3A-1820-4A29D9807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875E8-04BF-9839-C396-160D837D1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0B38A-E44B-87A9-F822-E39B696A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337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196234-E76D-1F64-E1B4-6785D75A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8AE4B-BFB0-7C08-41AA-AE19818A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2DF37-A8AE-9A70-2C0D-B0A48B3A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055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02A6-F768-2FE7-D481-626E9B4B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FE6BC-F041-7684-B8DE-53B998142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09533-AC39-394D-D6EB-3BFCC6B91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63869-BDFD-5B90-E72D-0A84F0BF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09961-198B-CE1A-927D-AE2DC510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71A83-F04A-C317-C087-C8B20C2D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782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4B3F2-04CA-F19A-F3CD-1171EE5E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BEA8A-BDFD-C168-9361-A6BB0F3C5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9CAE4-E689-AED5-9228-545AD4009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C95B8-23AF-509F-1718-DD5C7E04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260EA-7CA8-2790-FFCD-EFDFA85B0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7DCFF-34A0-7F2A-7A03-49977D38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7224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9990B-3702-5EFD-5B2D-4F39958C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AEF47-5C3F-2567-C042-1B3D5AA6B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E234A-7C23-F824-824A-75E4ECC7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4A36B-9CE8-6F4B-5290-B91688CE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32D39-EDA9-840F-4C7E-0BE2B71D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785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16A9FE-4D9C-EEA8-2DD3-318048471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98EA2-BE8D-FB4C-7A83-442B53619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167AB-E09D-0EB5-DEEE-227871B4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D8D9D-1A0A-83B7-951F-A91AF8A0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49582-27C2-E73F-687B-888684AA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607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FE82A-6420-C32C-626D-0F937C646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9322D-5F6E-D723-4472-68C3F8269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F137B-58E0-636C-9FC2-B256F2B48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16E5A-B624-48F6-8268-BD0DD42B36CD}" type="datetimeFigureOut">
              <a:rPr lang="en-SG" smtClean="0"/>
              <a:t>16/6/2026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124F7-47B0-B7E3-A92D-F1AC08F61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47DDE-7980-217D-89B8-53A13CD2F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863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C86DD-D024-677A-A80C-9CE07567C312}"/>
              </a:ext>
            </a:extLst>
          </p:cNvPr>
          <p:cNvGrpSpPr/>
          <p:nvPr/>
        </p:nvGrpSpPr>
        <p:grpSpPr>
          <a:xfrm>
            <a:off x="2667000" y="1500187"/>
            <a:ext cx="6858000" cy="3857625"/>
            <a:chOff x="2667000" y="1500187"/>
            <a:chExt cx="6858000" cy="38576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0116C74-D266-B1D3-03E4-21564A0A2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167187" y="0"/>
              <a:ext cx="3857625" cy="68580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B7E398-4821-07AE-3A7B-9EF938CE8CFA}"/>
                </a:ext>
              </a:extLst>
            </p:cNvPr>
            <p:cNvSpPr/>
            <p:nvPr/>
          </p:nvSpPr>
          <p:spPr>
            <a:xfrm>
              <a:off x="4888992" y="3773424"/>
              <a:ext cx="1018032" cy="963168"/>
            </a:xfrm>
            <a:prstGeom prst="rect">
              <a:avLst/>
            </a:prstGeom>
            <a:noFill/>
            <a:ln w="19050"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4924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B1F9-5FCC-4392-4E4F-D32EEED3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40202-698F-CFBE-2FDB-9F470F294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576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3B78626-FAB5-A81C-34C8-12E6296AFABD}"/>
              </a:ext>
            </a:extLst>
          </p:cNvPr>
          <p:cNvGrpSpPr/>
          <p:nvPr/>
        </p:nvGrpSpPr>
        <p:grpSpPr>
          <a:xfrm>
            <a:off x="2286000" y="1143000"/>
            <a:ext cx="7620000" cy="4572000"/>
            <a:chOff x="2286000" y="1143000"/>
            <a:chExt cx="7620000" cy="4572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116340F-ACFD-AD91-F83D-BEDC6709B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143000"/>
              <a:ext cx="7620000" cy="4572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C42ED2-AF3B-2157-12A3-1AA6688BBD8B}"/>
                </a:ext>
              </a:extLst>
            </p:cNvPr>
            <p:cNvSpPr/>
            <p:nvPr/>
          </p:nvSpPr>
          <p:spPr>
            <a:xfrm>
              <a:off x="3162300" y="2156460"/>
              <a:ext cx="1318260" cy="213360"/>
            </a:xfrm>
            <a:prstGeom prst="rect">
              <a:avLst/>
            </a:prstGeom>
            <a:noFill/>
            <a:ln w="38100">
              <a:solidFill>
                <a:srgbClr val="E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711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40E85C4-EC80-8605-9590-CA25F8209A55}"/>
              </a:ext>
            </a:extLst>
          </p:cNvPr>
          <p:cNvGrpSpPr/>
          <p:nvPr/>
        </p:nvGrpSpPr>
        <p:grpSpPr>
          <a:xfrm>
            <a:off x="2286000" y="1143000"/>
            <a:ext cx="7620000" cy="4572000"/>
            <a:chOff x="2286000" y="1143000"/>
            <a:chExt cx="7620000" cy="4572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E9D5198-D963-F0EF-DEC5-9D570242A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143000"/>
              <a:ext cx="7620000" cy="4572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33A3D56-5790-DBE2-0075-F7B00307AA75}"/>
                </a:ext>
              </a:extLst>
            </p:cNvPr>
            <p:cNvSpPr/>
            <p:nvPr/>
          </p:nvSpPr>
          <p:spPr>
            <a:xfrm>
              <a:off x="3162300" y="2156460"/>
              <a:ext cx="1318260" cy="213360"/>
            </a:xfrm>
            <a:prstGeom prst="rect">
              <a:avLst/>
            </a:prstGeom>
            <a:noFill/>
            <a:ln w="38100">
              <a:solidFill>
                <a:srgbClr val="E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221627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3D12FF-2F84-77C4-1A95-0A1BF7A95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08" y="422508"/>
            <a:ext cx="9713079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93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03EBE62-E8A0-67AE-6AD8-D343E11DCCCF}"/>
              </a:ext>
            </a:extLst>
          </p:cNvPr>
          <p:cNvGrpSpPr/>
          <p:nvPr/>
        </p:nvGrpSpPr>
        <p:grpSpPr>
          <a:xfrm>
            <a:off x="704383" y="182598"/>
            <a:ext cx="9566196" cy="5760000"/>
            <a:chOff x="704383" y="182598"/>
            <a:chExt cx="9566196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2F3C984-2B35-907E-ECE9-E0F28DDB7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383" y="182598"/>
              <a:ext cx="9566196" cy="5760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F3D8B2-09B2-2188-9E47-559E8E88F372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70%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4388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5FDB59C-5235-F248-34F4-B80B9F59D368}"/>
              </a:ext>
            </a:extLst>
          </p:cNvPr>
          <p:cNvGrpSpPr/>
          <p:nvPr/>
        </p:nvGrpSpPr>
        <p:grpSpPr>
          <a:xfrm>
            <a:off x="677710" y="171167"/>
            <a:ext cx="9579789" cy="5760000"/>
            <a:chOff x="677710" y="171167"/>
            <a:chExt cx="9579789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8BB96F2-6A41-8BC2-B614-0AB7C11BB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7710" y="171167"/>
              <a:ext cx="9579789" cy="576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CF6EE4D-0257-438D-074C-AE80C78CB576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75%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098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79C311C-A099-BFF6-E3FB-768208F61F9F}"/>
              </a:ext>
            </a:extLst>
          </p:cNvPr>
          <p:cNvGrpSpPr/>
          <p:nvPr/>
        </p:nvGrpSpPr>
        <p:grpSpPr>
          <a:xfrm>
            <a:off x="685331" y="182598"/>
            <a:ext cx="9600000" cy="5760000"/>
            <a:chOff x="685331" y="182598"/>
            <a:chExt cx="9600000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595209E-48DD-5B5F-2487-FE0AC7B78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331" y="182598"/>
              <a:ext cx="9600000" cy="576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C5C250B-64B6-59E9-158D-331CFC48C8E6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80%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3743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153D0DE-F4C7-4806-EBA1-059C2122C7D6}"/>
              </a:ext>
            </a:extLst>
          </p:cNvPr>
          <p:cNvGrpSpPr/>
          <p:nvPr/>
        </p:nvGrpSpPr>
        <p:grpSpPr>
          <a:xfrm>
            <a:off x="685331" y="152116"/>
            <a:ext cx="9510698" cy="5760000"/>
            <a:chOff x="685331" y="152116"/>
            <a:chExt cx="9510698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DADAF58-16C2-2EAA-4FA7-D1FB6C93E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331" y="152116"/>
              <a:ext cx="9510698" cy="576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5E8727-20C1-FE4A-8C67-7F0688B9FBDB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85%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8712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BEA199B-9932-1F10-1146-527F62F296E7}"/>
              </a:ext>
            </a:extLst>
          </p:cNvPr>
          <p:cNvGrpSpPr/>
          <p:nvPr/>
        </p:nvGrpSpPr>
        <p:grpSpPr>
          <a:xfrm>
            <a:off x="681521" y="182598"/>
            <a:ext cx="9606760" cy="5760000"/>
            <a:chOff x="681521" y="182598"/>
            <a:chExt cx="9606760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8845317-82B8-8194-F033-595406313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521" y="182598"/>
              <a:ext cx="9606760" cy="5760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4989F0-E7D5-4182-D6CF-169DD9CE76CD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90%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052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2B38DA1-984B-50F3-A740-071B5BFB311F}"/>
              </a:ext>
            </a:extLst>
          </p:cNvPr>
          <p:cNvGrpSpPr/>
          <p:nvPr/>
        </p:nvGrpSpPr>
        <p:grpSpPr>
          <a:xfrm>
            <a:off x="1169243" y="456942"/>
            <a:ext cx="9548308" cy="5760000"/>
            <a:chOff x="1169243" y="456942"/>
            <a:chExt cx="9548308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C55031-16FF-F5A2-A561-B6C4C1B9E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9243" y="456942"/>
              <a:ext cx="9548308" cy="576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2ECB04-1344-F285-8243-5D525283FD90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95%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9801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4DF373-2CAF-2A1B-AE18-19248FC7839F}"/>
              </a:ext>
            </a:extLst>
          </p:cNvPr>
          <p:cNvGrpSpPr/>
          <p:nvPr/>
        </p:nvGrpSpPr>
        <p:grpSpPr>
          <a:xfrm>
            <a:off x="1173053" y="468373"/>
            <a:ext cx="9577761" cy="5760000"/>
            <a:chOff x="1173053" y="468373"/>
            <a:chExt cx="9577761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31697EB-3E70-AD32-0DF0-123FDB713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3053" y="468373"/>
              <a:ext cx="9577761" cy="576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B1392F-6579-FEFC-5574-105363161767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95%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8123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057A83E-5F9D-290F-FABC-B431599FEF35}"/>
              </a:ext>
            </a:extLst>
          </p:cNvPr>
          <p:cNvGrpSpPr/>
          <p:nvPr/>
        </p:nvGrpSpPr>
        <p:grpSpPr>
          <a:xfrm>
            <a:off x="685332" y="167357"/>
            <a:ext cx="9555141" cy="5760000"/>
            <a:chOff x="685332" y="167357"/>
            <a:chExt cx="9555141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2D6F21F-8A6C-C56F-7112-DA8C1B2F0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332" y="167357"/>
              <a:ext cx="9555141" cy="576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6039FA-15BE-13AE-FEF4-79228325C70C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90%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0980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8A38A50-D2AA-541D-DC66-DEE8DBEC45AD}"/>
              </a:ext>
            </a:extLst>
          </p:cNvPr>
          <p:cNvGrpSpPr/>
          <p:nvPr/>
        </p:nvGrpSpPr>
        <p:grpSpPr>
          <a:xfrm>
            <a:off x="673900" y="163547"/>
            <a:ext cx="9564154" cy="5760000"/>
            <a:chOff x="673900" y="163547"/>
            <a:chExt cx="9564154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6BAFAC2-C6A2-FFD6-52A9-C5B1DDAB0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900" y="163547"/>
              <a:ext cx="9564154" cy="576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0FA408C-AB5C-BB4E-A3DD-BD069FE67250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85%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6419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C8672FF-2600-DD14-E8FC-CEFF6E48CFA9}"/>
              </a:ext>
            </a:extLst>
          </p:cNvPr>
          <p:cNvGrpSpPr/>
          <p:nvPr/>
        </p:nvGrpSpPr>
        <p:grpSpPr>
          <a:xfrm>
            <a:off x="673900" y="163547"/>
            <a:ext cx="9564154" cy="5760000"/>
            <a:chOff x="673900" y="163547"/>
            <a:chExt cx="9564154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3EC50A6-5337-BF75-B258-D59975861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900" y="163547"/>
              <a:ext cx="9564154" cy="5760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B14B4E-7EEE-EBBF-2D69-D395EA10CA91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80%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1867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019EEED-DC5F-33D8-27D5-3ED53DFE102C}"/>
              </a:ext>
            </a:extLst>
          </p:cNvPr>
          <p:cNvGrpSpPr/>
          <p:nvPr/>
        </p:nvGrpSpPr>
        <p:grpSpPr>
          <a:xfrm>
            <a:off x="673900" y="163547"/>
            <a:ext cx="9564154" cy="5760000"/>
            <a:chOff x="673900" y="163547"/>
            <a:chExt cx="9564154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6A85B0E-12EA-0B54-0673-FB885C18C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900" y="163547"/>
              <a:ext cx="9564154" cy="5760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C262AD-615A-5555-7A48-9D7BF94920E8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75%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8691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A2F9369-5AB8-FA38-1870-6C9B764709E4}"/>
              </a:ext>
            </a:extLst>
          </p:cNvPr>
          <p:cNvGrpSpPr/>
          <p:nvPr/>
        </p:nvGrpSpPr>
        <p:grpSpPr>
          <a:xfrm>
            <a:off x="673900" y="163547"/>
            <a:ext cx="9564154" cy="5760000"/>
            <a:chOff x="673900" y="163547"/>
            <a:chExt cx="9564154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6B51B8A-2DFB-036D-DA34-607DEC4E3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900" y="163547"/>
              <a:ext cx="9564154" cy="5760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444B7C2-79CB-F93D-BDE9-45C077E686B8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70%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2897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529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36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60</Words>
  <Application>Microsoft Office PowerPoint</Application>
  <PresentationFormat>Widescreen</PresentationFormat>
  <Paragraphs>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Yoel Yhokhanan Sianipar</dc:creator>
  <cp:lastModifiedBy>Yoel Yhokhanan Sianipar</cp:lastModifiedBy>
  <cp:revision>1</cp:revision>
  <dcterms:created xsi:type="dcterms:W3CDTF">2026-06-16T16:51:30Z</dcterms:created>
  <dcterms:modified xsi:type="dcterms:W3CDTF">2026-06-16T20:10:00Z</dcterms:modified>
</cp:coreProperties>
</file>