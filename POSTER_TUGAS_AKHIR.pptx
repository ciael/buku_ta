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D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262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949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337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531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775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833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448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261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861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859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438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153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86A85-0168-44E0-B77A-C14D4C227A36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934BF-936A-47D0-B53F-E5EA15DD26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98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6D09F1-692D-AFD1-F15E-742D68590006}"/>
              </a:ext>
            </a:extLst>
          </p:cNvPr>
          <p:cNvSpPr/>
          <p:nvPr/>
        </p:nvSpPr>
        <p:spPr>
          <a:xfrm>
            <a:off x="773904" y="1011381"/>
            <a:ext cx="9144000" cy="8936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b="1" dirty="0"/>
              <a:t>JUDUL 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ECB7E8-6A6F-BB9C-A6BA-BECEDC0B157A}"/>
              </a:ext>
            </a:extLst>
          </p:cNvPr>
          <p:cNvSpPr/>
          <p:nvPr/>
        </p:nvSpPr>
        <p:spPr>
          <a:xfrm>
            <a:off x="773904" y="2550286"/>
            <a:ext cx="2951019" cy="2202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CC2C7-3C57-E271-D13B-A3E19510FDC4}"/>
              </a:ext>
            </a:extLst>
          </p:cNvPr>
          <p:cNvSpPr/>
          <p:nvPr/>
        </p:nvSpPr>
        <p:spPr>
          <a:xfrm>
            <a:off x="909856" y="7105779"/>
            <a:ext cx="3239161" cy="65208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7AAAA-C4F7-8E12-4808-B0D989FB9044}"/>
              </a:ext>
            </a:extLst>
          </p:cNvPr>
          <p:cNvSpPr/>
          <p:nvPr/>
        </p:nvSpPr>
        <p:spPr>
          <a:xfrm>
            <a:off x="7241489" y="3013838"/>
            <a:ext cx="2726642" cy="20396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F5D35-E597-FC86-8D9E-ECAD34D98B24}"/>
              </a:ext>
            </a:extLst>
          </p:cNvPr>
          <p:cNvSpPr/>
          <p:nvPr/>
        </p:nvSpPr>
        <p:spPr>
          <a:xfrm>
            <a:off x="7229866" y="5327119"/>
            <a:ext cx="2726642" cy="1923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46B12-EDFE-F60B-C4F4-132BB1E19488}"/>
              </a:ext>
            </a:extLst>
          </p:cNvPr>
          <p:cNvSpPr/>
          <p:nvPr/>
        </p:nvSpPr>
        <p:spPr>
          <a:xfrm>
            <a:off x="7229866" y="7584680"/>
            <a:ext cx="2726642" cy="20880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73253E-3B4B-E2B0-BA09-E3268C44D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19" y="150337"/>
            <a:ext cx="678889" cy="6691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A20844-CE13-964F-F698-A59510943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571" y="150337"/>
            <a:ext cx="797732" cy="669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080FC4-98DA-3114-892A-44A6D57A1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48" y="150337"/>
            <a:ext cx="1155082" cy="7442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F6EEB90-5044-2634-705F-1141EB373A44}"/>
              </a:ext>
            </a:extLst>
          </p:cNvPr>
          <p:cNvSpPr txBox="1"/>
          <p:nvPr/>
        </p:nvSpPr>
        <p:spPr>
          <a:xfrm>
            <a:off x="828370" y="2134461"/>
            <a:ext cx="253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LATAR BELAKANG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1F292B-5813-851F-AF11-96949D827C33}"/>
              </a:ext>
            </a:extLst>
          </p:cNvPr>
          <p:cNvSpPr txBox="1"/>
          <p:nvPr/>
        </p:nvSpPr>
        <p:spPr>
          <a:xfrm>
            <a:off x="665234" y="6621587"/>
            <a:ext cx="253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METODOLOGI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B8E344-20B2-A4AC-FEC8-079F31F1978A}"/>
              </a:ext>
            </a:extLst>
          </p:cNvPr>
          <p:cNvSpPr txBox="1"/>
          <p:nvPr/>
        </p:nvSpPr>
        <p:spPr>
          <a:xfrm>
            <a:off x="6960594" y="2319127"/>
            <a:ext cx="3624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PEMBAHSAN (MENCAKUP HASIL TRINING, UJI 1 2 3)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5CAADD-652C-9E30-774A-CF65044517A7}"/>
              </a:ext>
            </a:extLst>
          </p:cNvPr>
          <p:cNvSpPr txBox="1"/>
          <p:nvPr/>
        </p:nvSpPr>
        <p:spPr>
          <a:xfrm>
            <a:off x="8147446" y="11431068"/>
            <a:ext cx="196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KESIMPULAN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0E4423-1028-1DA5-18D2-282B1997EEA5}"/>
              </a:ext>
            </a:extLst>
          </p:cNvPr>
          <p:cNvSpPr/>
          <p:nvPr/>
        </p:nvSpPr>
        <p:spPr>
          <a:xfrm>
            <a:off x="7491633" y="12038677"/>
            <a:ext cx="2726642" cy="19124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53782A-B523-8AB6-0768-B7BFF62D63D9}"/>
              </a:ext>
            </a:extLst>
          </p:cNvPr>
          <p:cNvSpPr/>
          <p:nvPr/>
        </p:nvSpPr>
        <p:spPr>
          <a:xfrm>
            <a:off x="0" y="14769189"/>
            <a:ext cx="10691813" cy="369332"/>
          </a:xfrm>
          <a:prstGeom prst="rect">
            <a:avLst/>
          </a:prstGeom>
          <a:solidFill>
            <a:srgbClr val="008F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D1808C-F2A3-6DC6-7A43-89EBF3304CA6}"/>
              </a:ext>
            </a:extLst>
          </p:cNvPr>
          <p:cNvSpPr txBox="1"/>
          <p:nvPr/>
        </p:nvSpPr>
        <p:spPr>
          <a:xfrm>
            <a:off x="773904" y="7456489"/>
            <a:ext cx="254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Metodologi</a:t>
            </a:r>
            <a:r>
              <a:rPr lang="en-SG" dirty="0"/>
              <a:t> </a:t>
            </a:r>
            <a:r>
              <a:rPr lang="en-SG" dirty="0" err="1"/>
              <a:t>desain</a:t>
            </a:r>
            <a:r>
              <a:rPr lang="en-SG" dirty="0"/>
              <a:t> ALAT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972425-07DB-CFEB-CDBB-AA2324AC6456}"/>
              </a:ext>
            </a:extLst>
          </p:cNvPr>
          <p:cNvSpPr txBox="1"/>
          <p:nvPr/>
        </p:nvSpPr>
        <p:spPr>
          <a:xfrm>
            <a:off x="580173" y="9780635"/>
            <a:ext cx="312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 IMPLEMENTASI GAMBAR ALAT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CE4279-B20E-AC03-36BC-D03D3047A150}"/>
              </a:ext>
            </a:extLst>
          </p:cNvPr>
          <p:cNvSpPr txBox="1"/>
          <p:nvPr/>
        </p:nvSpPr>
        <p:spPr>
          <a:xfrm>
            <a:off x="665234" y="4957787"/>
            <a:ext cx="253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TUJUAN PENELITIAN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AA7DA1-B785-E2D7-A8DA-4CAE8F77546A}"/>
              </a:ext>
            </a:extLst>
          </p:cNvPr>
          <p:cNvSpPr/>
          <p:nvPr/>
        </p:nvSpPr>
        <p:spPr>
          <a:xfrm>
            <a:off x="735305" y="5379348"/>
            <a:ext cx="2951019" cy="776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AC1034-EBAB-367C-013E-C0FDCCE5E791}"/>
              </a:ext>
            </a:extLst>
          </p:cNvPr>
          <p:cNvSpPr/>
          <p:nvPr/>
        </p:nvSpPr>
        <p:spPr>
          <a:xfrm>
            <a:off x="4081051" y="2642292"/>
            <a:ext cx="2716408" cy="3737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A50613-CEE9-65D3-1792-92C9BA258085}"/>
              </a:ext>
            </a:extLst>
          </p:cNvPr>
          <p:cNvSpPr txBox="1"/>
          <p:nvPr/>
        </p:nvSpPr>
        <p:spPr>
          <a:xfrm>
            <a:off x="4166715" y="3091825"/>
            <a:ext cx="254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Metodologi</a:t>
            </a:r>
            <a:r>
              <a:rPr lang="en-SG" dirty="0"/>
              <a:t> control NN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D79CC5-FD8C-3898-DDBA-656B189429A1}"/>
              </a:ext>
            </a:extLst>
          </p:cNvPr>
          <p:cNvSpPr/>
          <p:nvPr/>
        </p:nvSpPr>
        <p:spPr>
          <a:xfrm>
            <a:off x="4188014" y="6724942"/>
            <a:ext cx="2609445" cy="65208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377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124</TotalTime>
  <Words>29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Yhokhanan Sianipar</dc:creator>
  <cp:lastModifiedBy>Yoel Yhokhanan Sianipar</cp:lastModifiedBy>
  <cp:revision>3</cp:revision>
  <dcterms:created xsi:type="dcterms:W3CDTF">2026-06-22T09:32:25Z</dcterms:created>
  <dcterms:modified xsi:type="dcterms:W3CDTF">2026-06-22T11:36:29Z</dcterms:modified>
</cp:coreProperties>
</file>