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90" r:id="rId3"/>
    <p:sldId id="30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70" r:id="rId15"/>
    <p:sldId id="271" r:id="rId16"/>
    <p:sldId id="266" r:id="rId17"/>
    <p:sldId id="267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1" r:id="rId36"/>
    <p:sldId id="292" r:id="rId37"/>
    <p:sldId id="293" r:id="rId38"/>
    <p:sldId id="294" r:id="rId39"/>
    <p:sldId id="295" r:id="rId40"/>
    <p:sldId id="289" r:id="rId41"/>
    <p:sldId id="296" r:id="rId42"/>
    <p:sldId id="297" r:id="rId43"/>
    <p:sldId id="302" r:id="rId44"/>
    <p:sldId id="303" r:id="rId45"/>
    <p:sldId id="328" r:id="rId46"/>
    <p:sldId id="307" r:id="rId47"/>
    <p:sldId id="298" r:id="rId48"/>
    <p:sldId id="299" r:id="rId49"/>
    <p:sldId id="300" r:id="rId50"/>
    <p:sldId id="301" r:id="rId51"/>
    <p:sldId id="305" r:id="rId52"/>
    <p:sldId id="306" r:id="rId53"/>
    <p:sldId id="308" r:id="rId54"/>
    <p:sldId id="326" r:id="rId55"/>
    <p:sldId id="309" r:id="rId56"/>
    <p:sldId id="327" r:id="rId57"/>
    <p:sldId id="310" r:id="rId58"/>
    <p:sldId id="312" r:id="rId59"/>
    <p:sldId id="311" r:id="rId60"/>
    <p:sldId id="313" r:id="rId61"/>
    <p:sldId id="329" r:id="rId62"/>
    <p:sldId id="314" r:id="rId63"/>
    <p:sldId id="317" r:id="rId64"/>
    <p:sldId id="318" r:id="rId65"/>
    <p:sldId id="315" r:id="rId66"/>
    <p:sldId id="316" r:id="rId67"/>
    <p:sldId id="319" r:id="rId68"/>
    <p:sldId id="320" r:id="rId69"/>
    <p:sldId id="321" r:id="rId70"/>
    <p:sldId id="322" r:id="rId71"/>
    <p:sldId id="323" r:id="rId72"/>
    <p:sldId id="324" r:id="rId73"/>
    <p:sldId id="325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D3D6"/>
    <a:srgbClr val="00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4660"/>
  </p:normalViewPr>
  <p:slideViewPr>
    <p:cSldViewPr snapToGrid="0">
      <p:cViewPr varScale="1">
        <p:scale>
          <a:sx n="80" d="100"/>
          <a:sy n="80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B8F44-7543-4571-84E6-73EB09DFC12A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1E118-E295-4DC9-A096-D4AB793221B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094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1E118-E295-4DC9-A096-D4AB793221B0}" type="slidenum">
              <a:rPr lang="en-SG" smtClean="0"/>
              <a:t>54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506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A44B-75F2-972F-5A16-954D68465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8E3DB-E349-85BB-F5D4-5A4A8E954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B3E68-BA45-236B-DD3A-0047F31E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80202-F668-6156-D2A7-A00746A3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955B-34B2-C119-FFC5-67A5FB17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30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84D8-4903-1D79-96BC-668D4BEA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79BD4-AEC0-D8CF-A8A5-DB69C36BB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073C2-7D18-750B-84D5-1B720E20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FDF09-8030-D775-E34E-D2A639B3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A9FAA-7739-AF61-1C05-56EC5666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051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3599-694A-934E-8D02-9DC10DFF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55DDE-FBAF-12B3-682E-CFBADD97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4133-D00C-85DC-A247-A2510003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A640C-E932-B434-77D1-57A315E1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4ABF-E83D-8435-A7E8-BDB75BCE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908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E953-A16B-033C-91F0-DE3CADC1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1E0B-C307-FD3A-CE98-4E71F329E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ECA97-AD0C-0535-811F-E45335327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F4E87-F1F7-4078-121D-D37EB8FB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7673B-E99B-3547-F32A-9D435C75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852EC-7CB3-2C0A-83F6-C76D3131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089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C44B-B8A9-47B9-D1BD-F105818A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01B3E-B03E-BB7B-6FB2-425318935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753FE-2ED5-5DE4-EB30-88168D5C0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D9EAB-3523-2AE7-CA21-C3FFF0E29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2B4A44-8013-FA18-7476-46617A901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E08498-AFF1-703B-08F2-282BD8507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74A50-3B6A-B65C-9261-D54629B3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625A7B-9B06-17EF-24A3-5A0BF831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732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878A-EEAC-FDC2-FCE5-5672FCFF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23FCC-AB32-AC3A-1820-4A29D9807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875E8-04BF-9839-C396-160D837D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0B38A-E44B-87A9-F822-E39B696A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337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196234-E76D-1F64-E1B4-6785D75A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8AE4B-BFB0-7C08-41AA-AE19818A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2DF37-A8AE-9A70-2C0D-B0A48B3A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5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02A6-F768-2FE7-D481-626E9B4B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E6BC-F041-7684-B8DE-53B998142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09533-AC39-394D-D6EB-3BFCC6B91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63869-BDFD-5B90-E72D-0A84F0BF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09961-198B-CE1A-927D-AE2DC510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71A83-F04A-C317-C087-C8B20C2D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782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B3F2-04CA-F19A-F3CD-1171EE5E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BEA8A-BDFD-C168-9361-A6BB0F3C5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9CAE4-E689-AED5-9228-545AD4009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C95B8-23AF-509F-1718-DD5C7E04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260EA-7CA8-2790-FFCD-EFDFA85B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7DCFF-34A0-7F2A-7A03-49977D38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722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990B-3702-5EFD-5B2D-4F39958C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AEF47-5C3F-2567-C042-1B3D5AA6B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E234A-7C23-F824-824A-75E4ECC7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4A36B-9CE8-6F4B-5290-B91688CE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32D39-EDA9-840F-4C7E-0BE2B71D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785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6A9FE-4D9C-EEA8-2DD3-318048471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98EA2-BE8D-FB4C-7A83-442B53619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167AB-E09D-0EB5-DEEE-227871B4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D8D9D-1A0A-83B7-951F-A91AF8A0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49582-27C2-E73F-687B-888684AA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607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FE82A-6420-C32C-626D-0F937C64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9322D-5F6E-D723-4472-68C3F8269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F137B-58E0-636C-9FC2-B256F2B48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16E5A-B624-48F6-8268-BD0DD42B36CD}" type="datetimeFigureOut">
              <a:rPr lang="en-SG" smtClean="0"/>
              <a:t>22/7/2026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124F7-47B0-B7E3-A92D-F1AC08F61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47DDE-7980-217D-89B8-53A13CD2F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809B-BB33-4B80-8D7C-1ED8E70B6A5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863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47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C86DD-D024-677A-A80C-9CE07567C312}"/>
              </a:ext>
            </a:extLst>
          </p:cNvPr>
          <p:cNvGrpSpPr/>
          <p:nvPr/>
        </p:nvGrpSpPr>
        <p:grpSpPr>
          <a:xfrm>
            <a:off x="2667000" y="1500187"/>
            <a:ext cx="6858000" cy="3857625"/>
            <a:chOff x="2667000" y="1500187"/>
            <a:chExt cx="6858000" cy="38576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0116C74-D266-B1D3-03E4-21564A0A2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167187" y="0"/>
              <a:ext cx="3857625" cy="6858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B7E398-4821-07AE-3A7B-9EF938CE8CFA}"/>
                </a:ext>
              </a:extLst>
            </p:cNvPr>
            <p:cNvSpPr/>
            <p:nvPr/>
          </p:nvSpPr>
          <p:spPr>
            <a:xfrm>
              <a:off x="4888992" y="3773424"/>
              <a:ext cx="1018032" cy="963168"/>
            </a:xfrm>
            <a:prstGeom prst="rect">
              <a:avLst/>
            </a:prstGeom>
            <a:noFill/>
            <a:ln w="19050"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4924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A45AE5-448B-2497-9E02-483E4F7B2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738" y="857250"/>
            <a:ext cx="47365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4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BA7C76-DFA6-9413-2359-259720E00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785" y="0"/>
            <a:ext cx="5904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7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57A621-5079-29E0-35A2-2FD70D4A5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507" y="857250"/>
            <a:ext cx="542498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6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3B78626-FAB5-A81C-34C8-12E6296AFABD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116340F-ACFD-AD91-F83D-BEDC6709B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C42ED2-AF3B-2157-12A3-1AA6688BBD8B}"/>
                </a:ext>
              </a:extLst>
            </p:cNvPr>
            <p:cNvSpPr/>
            <p:nvPr/>
          </p:nvSpPr>
          <p:spPr>
            <a:xfrm>
              <a:off x="3162300" y="2156460"/>
              <a:ext cx="1318260" cy="213360"/>
            </a:xfrm>
            <a:prstGeom prst="rect">
              <a:avLst/>
            </a:prstGeom>
            <a:noFill/>
            <a:ln w="38100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711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40E85C4-EC80-8605-9590-CA25F8209A55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E9D5198-D963-F0EF-DEC5-9D570242A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33A3D56-5790-DBE2-0075-F7B00307AA75}"/>
                </a:ext>
              </a:extLst>
            </p:cNvPr>
            <p:cNvSpPr/>
            <p:nvPr/>
          </p:nvSpPr>
          <p:spPr>
            <a:xfrm>
              <a:off x="3162300" y="2156460"/>
              <a:ext cx="1318260" cy="213360"/>
            </a:xfrm>
            <a:prstGeom prst="rect">
              <a:avLst/>
            </a:prstGeom>
            <a:noFill/>
            <a:ln w="38100">
              <a:solidFill>
                <a:srgbClr val="EE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22162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D12FF-2F84-77C4-1A95-0A1BF7A95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08" y="422508"/>
            <a:ext cx="9713079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9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03EBE62-E8A0-67AE-6AD8-D343E11DCCCF}"/>
              </a:ext>
            </a:extLst>
          </p:cNvPr>
          <p:cNvGrpSpPr/>
          <p:nvPr/>
        </p:nvGrpSpPr>
        <p:grpSpPr>
          <a:xfrm>
            <a:off x="704383" y="182598"/>
            <a:ext cx="9566196" cy="5760000"/>
            <a:chOff x="704383" y="182598"/>
            <a:chExt cx="9566196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2F3C984-2B35-907E-ECE9-E0F28DDB7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383" y="182598"/>
              <a:ext cx="9566196" cy="5760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F3D8B2-09B2-2188-9E47-559E8E88F372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70%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438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5FDB59C-5235-F248-34F4-B80B9F59D368}"/>
              </a:ext>
            </a:extLst>
          </p:cNvPr>
          <p:cNvGrpSpPr/>
          <p:nvPr/>
        </p:nvGrpSpPr>
        <p:grpSpPr>
          <a:xfrm>
            <a:off x="677710" y="171167"/>
            <a:ext cx="9579789" cy="5760000"/>
            <a:chOff x="677710" y="171167"/>
            <a:chExt cx="9579789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8BB96F2-6A41-8BC2-B614-0AB7C11BB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710" y="171167"/>
              <a:ext cx="9579789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F6EE4D-0257-438D-074C-AE80C78CB576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75%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098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79C311C-A099-BFF6-E3FB-768208F61F9F}"/>
              </a:ext>
            </a:extLst>
          </p:cNvPr>
          <p:cNvGrpSpPr/>
          <p:nvPr/>
        </p:nvGrpSpPr>
        <p:grpSpPr>
          <a:xfrm>
            <a:off x="685331" y="182598"/>
            <a:ext cx="9600000" cy="5760000"/>
            <a:chOff x="685331" y="182598"/>
            <a:chExt cx="9600000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595209E-48DD-5B5F-2487-FE0AC7B78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331" y="182598"/>
              <a:ext cx="9600000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C5C250B-64B6-59E9-158D-331CFC48C8E6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80%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3743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153D0DE-F4C7-4806-EBA1-059C2122C7D6}"/>
              </a:ext>
            </a:extLst>
          </p:cNvPr>
          <p:cNvGrpSpPr/>
          <p:nvPr/>
        </p:nvGrpSpPr>
        <p:grpSpPr>
          <a:xfrm>
            <a:off x="685331" y="152116"/>
            <a:ext cx="9510698" cy="5760000"/>
            <a:chOff x="685331" y="152116"/>
            <a:chExt cx="9510698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DADAF58-16C2-2EAA-4FA7-D1FB6C93E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331" y="152116"/>
              <a:ext cx="9510698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5E8727-20C1-FE4A-8C67-7F0688B9FBDB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85%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8712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BEA199B-9932-1F10-1146-527F62F296E7}"/>
              </a:ext>
            </a:extLst>
          </p:cNvPr>
          <p:cNvGrpSpPr/>
          <p:nvPr/>
        </p:nvGrpSpPr>
        <p:grpSpPr>
          <a:xfrm>
            <a:off x="681521" y="182598"/>
            <a:ext cx="9606760" cy="5760000"/>
            <a:chOff x="681521" y="182598"/>
            <a:chExt cx="9606760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8845317-82B8-8194-F033-59540631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521" y="182598"/>
              <a:ext cx="9606760" cy="5760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4989F0-E7D5-4182-D6CF-169DD9CE76CD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90%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0527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2B38DA1-984B-50F3-A740-071B5BFB311F}"/>
              </a:ext>
            </a:extLst>
          </p:cNvPr>
          <p:cNvGrpSpPr/>
          <p:nvPr/>
        </p:nvGrpSpPr>
        <p:grpSpPr>
          <a:xfrm>
            <a:off x="1169243" y="456942"/>
            <a:ext cx="9548308" cy="5760000"/>
            <a:chOff x="1169243" y="456942"/>
            <a:chExt cx="9548308" cy="57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C55031-16FF-F5A2-A561-B6C4C1B9E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9243" y="456942"/>
              <a:ext cx="9548308" cy="576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2ECB04-1344-F285-8243-5D525283FD90}"/>
                </a:ext>
              </a:extLst>
            </p:cNvPr>
            <p:cNvSpPr/>
            <p:nvPr/>
          </p:nvSpPr>
          <p:spPr>
            <a:xfrm>
              <a:off x="4307840" y="4531360"/>
              <a:ext cx="1889760" cy="457200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Duty Cycle: 95%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9801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A34B3FC-9F6A-F87E-0193-19641E9FFA2C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18C1A70-AEC5-97D8-9489-16DC041B5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071ED0-896A-8AA3-77FB-A271EECC003E}"/>
                </a:ext>
              </a:extLst>
            </p:cNvPr>
            <p:cNvSpPr/>
            <p:nvPr/>
          </p:nvSpPr>
          <p:spPr>
            <a:xfrm>
              <a:off x="5309616" y="1775460"/>
              <a:ext cx="1572768" cy="367792"/>
            </a:xfrm>
            <a:prstGeom prst="rect">
              <a:avLst/>
            </a:prstGeom>
            <a:noFill/>
            <a:ln w="19050">
              <a:solidFill>
                <a:srgbClr val="00FC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>
                  <a:cs typeface="Times New Roman" panose="02020603050405020304" pitchFamily="18" charset="0"/>
                </a:rPr>
                <a:t>Duty Cycle: 70%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812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841F5B9-5728-E07D-0299-792CE64B36CA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D0D97F-A2A2-E5F6-730F-124705B6D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46ACF3-76BC-29F7-03D8-420044BF40DD}"/>
                </a:ext>
              </a:extLst>
            </p:cNvPr>
            <p:cNvSpPr/>
            <p:nvPr/>
          </p:nvSpPr>
          <p:spPr>
            <a:xfrm>
              <a:off x="5309616" y="1775460"/>
              <a:ext cx="1572768" cy="367792"/>
            </a:xfrm>
            <a:prstGeom prst="rect">
              <a:avLst/>
            </a:prstGeom>
            <a:noFill/>
            <a:ln w="19050">
              <a:solidFill>
                <a:srgbClr val="00FC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>
                  <a:cs typeface="Times New Roman" panose="02020603050405020304" pitchFamily="18" charset="0"/>
                </a:rPr>
                <a:t>Duty Cycle: 75%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0980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9304484-57AE-D431-B592-C58EB97227F3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A86A1C-480D-4CE5-67A7-F85894EDF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94C1B2-57A1-B3A5-C51F-3CA83AB295D0}"/>
                </a:ext>
              </a:extLst>
            </p:cNvPr>
            <p:cNvSpPr/>
            <p:nvPr/>
          </p:nvSpPr>
          <p:spPr>
            <a:xfrm>
              <a:off x="5309616" y="1775460"/>
              <a:ext cx="1572768" cy="367792"/>
            </a:xfrm>
            <a:prstGeom prst="rect">
              <a:avLst/>
            </a:prstGeom>
            <a:noFill/>
            <a:ln w="19050">
              <a:solidFill>
                <a:srgbClr val="00FC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>
                  <a:cs typeface="Times New Roman" panose="02020603050405020304" pitchFamily="18" charset="0"/>
                </a:rPr>
                <a:t>Duty Cycle: 80%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419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116F954-0A2A-AE1F-B01B-404FF6D8F293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DFD00C-963F-FE5F-470F-8E872E387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0C48BA-F96F-C669-5948-C77B48DA83DF}"/>
                </a:ext>
              </a:extLst>
            </p:cNvPr>
            <p:cNvSpPr/>
            <p:nvPr/>
          </p:nvSpPr>
          <p:spPr>
            <a:xfrm>
              <a:off x="5309616" y="1775460"/>
              <a:ext cx="1572768" cy="367792"/>
            </a:xfrm>
            <a:prstGeom prst="rect">
              <a:avLst/>
            </a:prstGeom>
            <a:noFill/>
            <a:ln w="19050">
              <a:solidFill>
                <a:srgbClr val="00FC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>
                  <a:cs typeface="Times New Roman" panose="02020603050405020304" pitchFamily="18" charset="0"/>
                </a:rPr>
                <a:t>Duty Cycle: 85%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1867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CF59351-1B00-DEAF-F54A-A9A61A6A8566}"/>
              </a:ext>
            </a:extLst>
          </p:cNvPr>
          <p:cNvGrpSpPr/>
          <p:nvPr/>
        </p:nvGrpSpPr>
        <p:grpSpPr>
          <a:xfrm>
            <a:off x="2286000" y="1153160"/>
            <a:ext cx="7620000" cy="4572000"/>
            <a:chOff x="2286000" y="1153160"/>
            <a:chExt cx="7620000" cy="4572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F95447-DD33-8D15-7695-C55ED09B0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53160"/>
              <a:ext cx="7620000" cy="4572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D38592-9954-820D-4F8E-C11A7A9F73DB}"/>
                </a:ext>
              </a:extLst>
            </p:cNvPr>
            <p:cNvSpPr/>
            <p:nvPr/>
          </p:nvSpPr>
          <p:spPr>
            <a:xfrm>
              <a:off x="5309616" y="1775460"/>
              <a:ext cx="1572768" cy="367792"/>
            </a:xfrm>
            <a:prstGeom prst="rect">
              <a:avLst/>
            </a:prstGeom>
            <a:noFill/>
            <a:ln w="19050">
              <a:solidFill>
                <a:srgbClr val="00FC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>
                  <a:cs typeface="Times New Roman" panose="02020603050405020304" pitchFamily="18" charset="0"/>
                </a:rPr>
                <a:t>Duty Cycle: 90%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2897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96AA8B9-7874-6DDC-4E1B-B8DB107EA4E5}"/>
              </a:ext>
            </a:extLst>
          </p:cNvPr>
          <p:cNvGrpSpPr/>
          <p:nvPr/>
        </p:nvGrpSpPr>
        <p:grpSpPr>
          <a:xfrm>
            <a:off x="2286000" y="1143000"/>
            <a:ext cx="7620000" cy="4572000"/>
            <a:chOff x="2286000" y="1143000"/>
            <a:chExt cx="7620000" cy="4572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0894F89-5B5E-C749-D26D-7BC6FB072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143000"/>
              <a:ext cx="7620000" cy="4572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6B12C7-F1D9-A21B-11A2-2C9DED71B096}"/>
                </a:ext>
              </a:extLst>
            </p:cNvPr>
            <p:cNvSpPr/>
            <p:nvPr/>
          </p:nvSpPr>
          <p:spPr>
            <a:xfrm>
              <a:off x="5309616" y="1775460"/>
              <a:ext cx="1572768" cy="367792"/>
            </a:xfrm>
            <a:prstGeom prst="rect">
              <a:avLst/>
            </a:prstGeom>
            <a:noFill/>
            <a:ln w="19050">
              <a:solidFill>
                <a:srgbClr val="00FC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>
                  <a:cs typeface="Times New Roman" panose="02020603050405020304" pitchFamily="18" charset="0"/>
                </a:rPr>
                <a:t>Duty Cycle: 95%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5529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C26E44C-942D-D056-CFF0-3B1F84D6E3F1}"/>
              </a:ext>
            </a:extLst>
          </p:cNvPr>
          <p:cNvGrpSpPr/>
          <p:nvPr/>
        </p:nvGrpSpPr>
        <p:grpSpPr>
          <a:xfrm>
            <a:off x="228822" y="729000"/>
            <a:ext cx="11963178" cy="5400000"/>
            <a:chOff x="228822" y="729000"/>
            <a:chExt cx="11963178" cy="540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9058E0-05FA-0CBE-6936-EEE9B7D67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822" y="729000"/>
              <a:ext cx="11963178" cy="540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A4C19B-3926-7ED2-8FD0-48525578DA78}"/>
                </a:ext>
              </a:extLst>
            </p:cNvPr>
            <p:cNvSpPr/>
            <p:nvPr/>
          </p:nvSpPr>
          <p:spPr>
            <a:xfrm>
              <a:off x="5511250" y="4929878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70%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363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298FCB-B5C2-5D46-835F-C71CC73F4B48}"/>
              </a:ext>
            </a:extLst>
          </p:cNvPr>
          <p:cNvGrpSpPr/>
          <p:nvPr/>
        </p:nvGrpSpPr>
        <p:grpSpPr>
          <a:xfrm>
            <a:off x="0" y="719300"/>
            <a:ext cx="12148356" cy="5400000"/>
            <a:chOff x="0" y="719300"/>
            <a:chExt cx="12148356" cy="540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7DF97F8-0767-863A-C3E9-C5579CB80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19300"/>
              <a:ext cx="12148356" cy="540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47E2D5-9C1F-F98E-6A9C-C59A821E76AE}"/>
                </a:ext>
              </a:extLst>
            </p:cNvPr>
            <p:cNvSpPr/>
            <p:nvPr/>
          </p:nvSpPr>
          <p:spPr>
            <a:xfrm>
              <a:off x="5245872" y="4986439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75%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0738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C5C4663-1C37-35DD-F886-F80C9FA8230E}"/>
              </a:ext>
            </a:extLst>
          </p:cNvPr>
          <p:cNvGrpSpPr/>
          <p:nvPr/>
        </p:nvGrpSpPr>
        <p:grpSpPr>
          <a:xfrm>
            <a:off x="1" y="690459"/>
            <a:ext cx="12020415" cy="5400000"/>
            <a:chOff x="1" y="690459"/>
            <a:chExt cx="12020415" cy="540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06AA189-03A1-259E-841B-6329CC134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690459"/>
              <a:ext cx="12020415" cy="540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42594F-BFAB-3DE7-B04B-1C15344D145B}"/>
                </a:ext>
              </a:extLst>
            </p:cNvPr>
            <p:cNvSpPr/>
            <p:nvPr/>
          </p:nvSpPr>
          <p:spPr>
            <a:xfrm>
              <a:off x="5160080" y="5005293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80%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3302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93671D7-2FDF-5F0E-8F33-A3A7A7F36F44}"/>
              </a:ext>
            </a:extLst>
          </p:cNvPr>
          <p:cNvGrpSpPr/>
          <p:nvPr/>
        </p:nvGrpSpPr>
        <p:grpSpPr>
          <a:xfrm>
            <a:off x="1" y="720032"/>
            <a:ext cx="12151641" cy="5400000"/>
            <a:chOff x="1" y="720032"/>
            <a:chExt cx="12151641" cy="540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E4E436B-F465-0837-CA7F-58CC4F44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720032"/>
              <a:ext cx="12151641" cy="540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D5CCA0-4941-790C-AD58-58CC14CF529E}"/>
                </a:ext>
              </a:extLst>
            </p:cNvPr>
            <p:cNvSpPr/>
            <p:nvPr/>
          </p:nvSpPr>
          <p:spPr>
            <a:xfrm>
              <a:off x="5225693" y="5033573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85%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9489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A1883E3-D269-E767-902F-AE629304CFB8}"/>
              </a:ext>
            </a:extLst>
          </p:cNvPr>
          <p:cNvGrpSpPr/>
          <p:nvPr/>
        </p:nvGrpSpPr>
        <p:grpSpPr>
          <a:xfrm>
            <a:off x="1" y="726884"/>
            <a:ext cx="12182453" cy="5400000"/>
            <a:chOff x="1" y="726884"/>
            <a:chExt cx="12182453" cy="540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AB8FE18-A194-F584-8A90-A5F362A64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726884"/>
              <a:ext cx="12182453" cy="540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8B0D88-F751-8AD4-33E3-C1CAE21FD8C8}"/>
                </a:ext>
              </a:extLst>
            </p:cNvPr>
            <p:cNvSpPr/>
            <p:nvPr/>
          </p:nvSpPr>
          <p:spPr>
            <a:xfrm>
              <a:off x="5241099" y="4977012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90%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0117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FFDC384-B613-FA53-99D0-34A0C44912BA}"/>
              </a:ext>
            </a:extLst>
          </p:cNvPr>
          <p:cNvGrpSpPr/>
          <p:nvPr/>
        </p:nvGrpSpPr>
        <p:grpSpPr>
          <a:xfrm>
            <a:off x="0" y="733378"/>
            <a:ext cx="12211808" cy="5400000"/>
            <a:chOff x="0" y="733378"/>
            <a:chExt cx="12211808" cy="540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D6ECB2B-B452-7FFD-D721-93C9EC656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33378"/>
              <a:ext cx="12211808" cy="5400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5DF4447-6B00-61CE-64CB-5868CD7155D4}"/>
                </a:ext>
              </a:extLst>
            </p:cNvPr>
            <p:cNvSpPr/>
            <p:nvPr/>
          </p:nvSpPr>
          <p:spPr>
            <a:xfrm>
              <a:off x="5245872" y="5014719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95%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9624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F093811-3E5D-31B8-1F6A-3ADC29F077A5}"/>
              </a:ext>
            </a:extLst>
          </p:cNvPr>
          <p:cNvGrpSpPr/>
          <p:nvPr/>
        </p:nvGrpSpPr>
        <p:grpSpPr>
          <a:xfrm>
            <a:off x="0" y="750854"/>
            <a:ext cx="12192000" cy="5356291"/>
            <a:chOff x="0" y="750854"/>
            <a:chExt cx="12192000" cy="53562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DAFCC4A-E9D9-2021-543F-B3E530280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50854"/>
              <a:ext cx="12192000" cy="535629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65CC72-1826-C624-3A0C-7A05E9A45FDF}"/>
                </a:ext>
              </a:extLst>
            </p:cNvPr>
            <p:cNvSpPr/>
            <p:nvPr/>
          </p:nvSpPr>
          <p:spPr>
            <a:xfrm>
              <a:off x="5245872" y="5127841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95%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686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2884C13-9CD3-DA19-54DB-D7C098D686BA}"/>
              </a:ext>
            </a:extLst>
          </p:cNvPr>
          <p:cNvGrpSpPr/>
          <p:nvPr/>
        </p:nvGrpSpPr>
        <p:grpSpPr>
          <a:xfrm>
            <a:off x="0" y="713419"/>
            <a:ext cx="12192000" cy="5431162"/>
            <a:chOff x="0" y="713419"/>
            <a:chExt cx="12192000" cy="54311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6EA74DD-7B1B-B648-552C-2F23C08E4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13419"/>
              <a:ext cx="12192000" cy="543116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10E747-A6CD-32B5-285E-5F3914E7B69A}"/>
                </a:ext>
              </a:extLst>
            </p:cNvPr>
            <p:cNvSpPr/>
            <p:nvPr/>
          </p:nvSpPr>
          <p:spPr>
            <a:xfrm>
              <a:off x="5245872" y="5165548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90%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6442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87227C9-EA0D-1A4E-ECBC-4BC39F82E554}"/>
              </a:ext>
            </a:extLst>
          </p:cNvPr>
          <p:cNvGrpSpPr/>
          <p:nvPr/>
        </p:nvGrpSpPr>
        <p:grpSpPr>
          <a:xfrm>
            <a:off x="0" y="725129"/>
            <a:ext cx="12192000" cy="5407742"/>
            <a:chOff x="0" y="725129"/>
            <a:chExt cx="12192000" cy="54077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6DF32B-5E82-F370-04AE-6994EAB17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25129"/>
              <a:ext cx="12192000" cy="540774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CE767A-D422-2647-F9D2-4F08B7DE61E4}"/>
                </a:ext>
              </a:extLst>
            </p:cNvPr>
            <p:cNvSpPr/>
            <p:nvPr/>
          </p:nvSpPr>
          <p:spPr>
            <a:xfrm>
              <a:off x="5594664" y="5090133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85%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9842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01C3BED-5F13-59EC-EAD3-283529A2008F}"/>
              </a:ext>
            </a:extLst>
          </p:cNvPr>
          <p:cNvGrpSpPr/>
          <p:nvPr/>
        </p:nvGrpSpPr>
        <p:grpSpPr>
          <a:xfrm>
            <a:off x="0" y="683144"/>
            <a:ext cx="12192000" cy="5491712"/>
            <a:chOff x="0" y="683144"/>
            <a:chExt cx="12192000" cy="549171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5994C-E27C-0EBE-F3CA-1014337E7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83144"/>
              <a:ext cx="12192000" cy="549171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772DCE-ABDC-D21C-0E79-38D0723739CC}"/>
                </a:ext>
              </a:extLst>
            </p:cNvPr>
            <p:cNvSpPr/>
            <p:nvPr/>
          </p:nvSpPr>
          <p:spPr>
            <a:xfrm>
              <a:off x="5321286" y="5184402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80%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126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39F33C-8A4C-42B7-10A0-C95B535D638F}"/>
              </a:ext>
            </a:extLst>
          </p:cNvPr>
          <p:cNvGrpSpPr/>
          <p:nvPr/>
        </p:nvGrpSpPr>
        <p:grpSpPr>
          <a:xfrm>
            <a:off x="0" y="718574"/>
            <a:ext cx="12192000" cy="5420852"/>
            <a:chOff x="0" y="718574"/>
            <a:chExt cx="12192000" cy="542085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3A47FBA-3DC5-1ED0-2B40-4265E7D8F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18574"/>
              <a:ext cx="12192000" cy="542085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28B3424-B70E-F1E7-B385-724987D8275D}"/>
                </a:ext>
              </a:extLst>
            </p:cNvPr>
            <p:cNvSpPr/>
            <p:nvPr/>
          </p:nvSpPr>
          <p:spPr>
            <a:xfrm>
              <a:off x="5387274" y="5099560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75%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9881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91CC8E9-474C-64F0-B0EA-CD6EBAF40D98}"/>
              </a:ext>
            </a:extLst>
          </p:cNvPr>
          <p:cNvGrpSpPr/>
          <p:nvPr/>
        </p:nvGrpSpPr>
        <p:grpSpPr>
          <a:xfrm>
            <a:off x="0" y="698706"/>
            <a:ext cx="12192000" cy="5460587"/>
            <a:chOff x="0" y="698706"/>
            <a:chExt cx="12192000" cy="54605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4E8D5D5-11F6-B18C-7097-89C458057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98706"/>
              <a:ext cx="12192000" cy="546058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E0568B-E435-6CEC-EE7E-99F4667E92B3}"/>
                </a:ext>
              </a:extLst>
            </p:cNvPr>
            <p:cNvSpPr/>
            <p:nvPr/>
          </p:nvSpPr>
          <p:spPr>
            <a:xfrm>
              <a:off x="5349567" y="5118414"/>
              <a:ext cx="1700255" cy="377413"/>
            </a:xfrm>
            <a:prstGeom prst="rect">
              <a:avLst/>
            </a:prstGeom>
            <a:noFill/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Duty Cycle: 70%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091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491F34-10D8-17FF-B28F-31805D02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673" y="1935350"/>
            <a:ext cx="9388654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85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370B6D-F130-16E5-E6C0-9CE6E371E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56" y="696993"/>
            <a:ext cx="7483488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48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32D9F-D49A-23DD-E094-6ADB5B183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48936" y="-1003159"/>
            <a:ext cx="4910038" cy="872895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7A7C08-27D9-128A-B4F9-6F9CC849710E}"/>
              </a:ext>
            </a:extLst>
          </p:cNvPr>
          <p:cNvCxnSpPr>
            <a:cxnSpLocks/>
          </p:cNvCxnSpPr>
          <p:nvPr/>
        </p:nvCxnSpPr>
        <p:spPr>
          <a:xfrm flipH="1" flipV="1">
            <a:off x="3333750" y="4282440"/>
            <a:ext cx="302514" cy="288036"/>
          </a:xfrm>
          <a:prstGeom prst="line">
            <a:avLst/>
          </a:prstGeom>
          <a:ln w="28575">
            <a:solidFill>
              <a:srgbClr val="FFFF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C89E7A-6988-13E2-9043-F455CD8E6224}"/>
              </a:ext>
            </a:extLst>
          </p:cNvPr>
          <p:cNvCxnSpPr>
            <a:cxnSpLocks/>
          </p:cNvCxnSpPr>
          <p:nvPr/>
        </p:nvCxnSpPr>
        <p:spPr>
          <a:xfrm flipH="1">
            <a:off x="2993136" y="4282440"/>
            <a:ext cx="34061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7DCC766-8193-D7C4-7CE1-AB5D28A5FCAD}"/>
              </a:ext>
            </a:extLst>
          </p:cNvPr>
          <p:cNvSpPr txBox="1"/>
          <p:nvPr/>
        </p:nvSpPr>
        <p:spPr>
          <a:xfrm>
            <a:off x="1713741" y="4108811"/>
            <a:ext cx="1192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Mikrokontroler</a:t>
            </a:r>
            <a:endParaRPr lang="en-SG" sz="14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24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347A14-0B6A-2E86-ECC3-BE083083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973" y="1169474"/>
            <a:ext cx="3856054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09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1DBBF690-EA16-EB30-5703-38CB18D8DD3B}"/>
              </a:ext>
            </a:extLst>
          </p:cNvPr>
          <p:cNvGrpSpPr/>
          <p:nvPr/>
        </p:nvGrpSpPr>
        <p:grpSpPr>
          <a:xfrm>
            <a:off x="1633979" y="919113"/>
            <a:ext cx="8924041" cy="5019773"/>
            <a:chOff x="1633979" y="919113"/>
            <a:chExt cx="8924041" cy="50197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C5C7417-648E-F5DC-247E-DDAF9AFD0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3979" y="919113"/>
              <a:ext cx="8924041" cy="5019773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2B206A5-3C99-4F3B-5875-F063305DCEFB}"/>
                </a:ext>
              </a:extLst>
            </p:cNvPr>
            <p:cNvGrpSpPr/>
            <p:nvPr/>
          </p:nvGrpSpPr>
          <p:grpSpPr>
            <a:xfrm>
              <a:off x="3861816" y="3659088"/>
              <a:ext cx="643128" cy="235747"/>
              <a:chOff x="2993136" y="4282440"/>
              <a:chExt cx="643128" cy="288036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99E36ACE-18DA-A6CC-BBE8-2D966C25C9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BBF7C7C-2B6D-3C6D-1879-887F86CBE3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697F05-E21A-A376-3EEF-978018618621}"/>
                </a:ext>
              </a:extLst>
            </p:cNvPr>
            <p:cNvSpPr txBox="1"/>
            <p:nvPr/>
          </p:nvSpPr>
          <p:spPr>
            <a:xfrm>
              <a:off x="2808859" y="3514788"/>
              <a:ext cx="1091057" cy="261610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Mikrokontroler</a:t>
              </a:r>
              <a:endParaRPr lang="en-SG" sz="1100" b="1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FE8B0A-960C-023D-40E0-B33528305A5B}"/>
                </a:ext>
              </a:extLst>
            </p:cNvPr>
            <p:cNvSpPr/>
            <p:nvPr/>
          </p:nvSpPr>
          <p:spPr>
            <a:xfrm>
              <a:off x="5620512" y="3291840"/>
              <a:ext cx="1389888" cy="1310640"/>
            </a:xfrm>
            <a:prstGeom prst="rect">
              <a:avLst/>
            </a:prstGeom>
            <a:noFill/>
            <a:ln w="1905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B221B2-3242-10DD-AEA7-7D22021D3236}"/>
                </a:ext>
              </a:extLst>
            </p:cNvPr>
            <p:cNvGrpSpPr/>
            <p:nvPr/>
          </p:nvGrpSpPr>
          <p:grpSpPr>
            <a:xfrm flipH="1">
              <a:off x="6894706" y="3541214"/>
              <a:ext cx="643128" cy="235747"/>
              <a:chOff x="2993136" y="4282440"/>
              <a:chExt cx="643128" cy="288036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B44B246-8141-F0D6-0418-F8A7131B84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EBC6BD1-716B-1BE2-F569-1F1B43AED8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279BCC-EFA0-214C-9788-16D53814B951}"/>
                </a:ext>
              </a:extLst>
            </p:cNvPr>
            <p:cNvSpPr txBox="1"/>
            <p:nvPr/>
          </p:nvSpPr>
          <p:spPr>
            <a:xfrm>
              <a:off x="7265797" y="3322420"/>
              <a:ext cx="860171" cy="430887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5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Rangkaian</a:t>
              </a:r>
              <a:r>
                <a:rPr lang="en-SG" sz="105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 </a:t>
              </a:r>
              <a:r>
                <a:rPr lang="en-SG" sz="1050" b="1" i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Power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B4D36D8-F960-E898-A2A6-101069901538}"/>
                </a:ext>
              </a:extLst>
            </p:cNvPr>
            <p:cNvGrpSpPr/>
            <p:nvPr/>
          </p:nvGrpSpPr>
          <p:grpSpPr>
            <a:xfrm>
              <a:off x="4407538" y="2797502"/>
              <a:ext cx="643128" cy="235747"/>
              <a:chOff x="2993136" y="4282440"/>
              <a:chExt cx="643128" cy="288036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E1F13B0-7D9B-0A19-B035-ADEBDEE4A7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A8F85CE-9DE5-C706-A8D4-E21846D337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1968E4-1006-B161-834F-B127CF96DDAD}"/>
                </a:ext>
              </a:extLst>
            </p:cNvPr>
            <p:cNvSpPr txBox="1"/>
            <p:nvPr/>
          </p:nvSpPr>
          <p:spPr>
            <a:xfrm>
              <a:off x="3437893" y="2602362"/>
              <a:ext cx="1139952" cy="400110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i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Pressure Sensor  Voltage Divider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3D6E465-B29B-7164-24BB-C983119102CC}"/>
                </a:ext>
              </a:extLst>
            </p:cNvPr>
            <p:cNvGrpSpPr/>
            <p:nvPr/>
          </p:nvGrpSpPr>
          <p:grpSpPr>
            <a:xfrm flipH="1">
              <a:off x="6573142" y="2336210"/>
              <a:ext cx="643128" cy="235747"/>
              <a:chOff x="2993136" y="4282440"/>
              <a:chExt cx="643128" cy="288036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E70ECB9-23BD-DCDB-3AFA-2DF03CA19A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14016D0-D64C-AE39-CFB7-3860626AC9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1E57843-23F1-7CDC-628D-BCB194BD15E7}"/>
                </a:ext>
              </a:extLst>
            </p:cNvPr>
            <p:cNvSpPr txBox="1"/>
            <p:nvPr/>
          </p:nvSpPr>
          <p:spPr>
            <a:xfrm>
              <a:off x="7026278" y="2136155"/>
              <a:ext cx="1428874" cy="400110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Rangkaian</a:t>
              </a:r>
              <a:r>
                <a:rPr lang="en-SG" sz="1000" b="1" i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 Snubber Freewheeling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A9640F0-5140-5042-1077-B968F7BC6D80}"/>
                </a:ext>
              </a:extLst>
            </p:cNvPr>
            <p:cNvGrpSpPr/>
            <p:nvPr/>
          </p:nvGrpSpPr>
          <p:grpSpPr>
            <a:xfrm flipH="1">
              <a:off x="8549839" y="2884598"/>
              <a:ext cx="643128" cy="235747"/>
              <a:chOff x="2993136" y="4282440"/>
              <a:chExt cx="643128" cy="288036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24D90B7-473F-74CA-0CEF-C54594ACA2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44713E5-E7B8-C40A-1892-D958A27A2F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E30D79-81D2-A1D0-ACCA-81307896BAC2}"/>
                </a:ext>
              </a:extLst>
            </p:cNvPr>
            <p:cNvSpPr txBox="1"/>
            <p:nvPr/>
          </p:nvSpPr>
          <p:spPr>
            <a:xfrm>
              <a:off x="9006588" y="2753793"/>
              <a:ext cx="1091057" cy="261610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Sensor </a:t>
              </a:r>
              <a:r>
                <a:rPr lang="en-SG" sz="110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Arus</a:t>
              </a:r>
              <a:endParaRPr lang="en-SG" sz="1100" b="1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34EA787-F6E1-6D4F-9894-61623B0F2A0D}"/>
                </a:ext>
              </a:extLst>
            </p:cNvPr>
            <p:cNvGrpSpPr/>
            <p:nvPr/>
          </p:nvGrpSpPr>
          <p:grpSpPr>
            <a:xfrm flipH="1" flipV="1">
              <a:off x="8568889" y="3517560"/>
              <a:ext cx="643128" cy="235747"/>
              <a:chOff x="2993136" y="4282440"/>
              <a:chExt cx="643128" cy="288036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0839916-79CB-7E4C-202F-85C6EA9484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497AD98-5F79-DB5F-8BAB-4C5A3E469A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6802251-D36B-FE81-2BE4-72CBB5256884}"/>
                </a:ext>
              </a:extLst>
            </p:cNvPr>
            <p:cNvSpPr txBox="1"/>
            <p:nvPr/>
          </p:nvSpPr>
          <p:spPr>
            <a:xfrm>
              <a:off x="9050475" y="3622502"/>
              <a:ext cx="1236146" cy="261610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Sensor </a:t>
              </a:r>
              <a:r>
                <a:rPr lang="en-SG" sz="110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Tegangan</a:t>
              </a:r>
              <a:endParaRPr lang="en-SG" sz="1100" b="1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3139F22-2624-1E1B-EA19-6F0F728281DE}"/>
                </a:ext>
              </a:extLst>
            </p:cNvPr>
            <p:cNvGrpSpPr/>
            <p:nvPr/>
          </p:nvGrpSpPr>
          <p:grpSpPr>
            <a:xfrm flipH="1">
              <a:off x="3800986" y="1732372"/>
              <a:ext cx="643128" cy="235747"/>
              <a:chOff x="2993136" y="4282440"/>
              <a:chExt cx="643128" cy="288036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A9BD45C-2441-30C0-ABEC-56683C89B5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CE917C9-1D89-6BEA-B31C-C875A9314C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CF95C08-9675-76B9-82E8-5CF9F4287944}"/>
                </a:ext>
              </a:extLst>
            </p:cNvPr>
            <p:cNvSpPr txBox="1"/>
            <p:nvPr/>
          </p:nvSpPr>
          <p:spPr>
            <a:xfrm>
              <a:off x="4273807" y="1532317"/>
              <a:ext cx="1139952" cy="400110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i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Sumber</a:t>
              </a:r>
              <a:r>
                <a:rPr lang="en-SG" sz="1000" b="1" i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 </a:t>
              </a:r>
              <a:r>
                <a:rPr lang="en-SG" sz="1000" b="1" i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Tegangan</a:t>
              </a:r>
              <a:r>
                <a:rPr lang="en-SG" sz="1000" b="1" i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 220 VAC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0351FCA-198B-2C11-E49D-A517694C211E}"/>
                </a:ext>
              </a:extLst>
            </p:cNvPr>
            <p:cNvSpPr txBox="1"/>
            <p:nvPr/>
          </p:nvSpPr>
          <p:spPr>
            <a:xfrm>
              <a:off x="7577714" y="5139627"/>
              <a:ext cx="1428874" cy="400110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Rangkaian</a:t>
              </a:r>
              <a:r>
                <a:rPr lang="en-SG" sz="1000" b="1" i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 Snubber Active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4599DBC-42B2-BDB0-2B71-44E4C8062E6E}"/>
                </a:ext>
              </a:extLst>
            </p:cNvPr>
            <p:cNvGrpSpPr/>
            <p:nvPr/>
          </p:nvGrpSpPr>
          <p:grpSpPr>
            <a:xfrm flipH="1" flipV="1">
              <a:off x="6944233" y="5159994"/>
              <a:ext cx="643128" cy="200053"/>
              <a:chOff x="2993136" y="4282440"/>
              <a:chExt cx="643128" cy="2880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B56F717-7DF7-8C72-3426-CB41109378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777CEF2-AB5A-B132-A785-FEDE8CD3AF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CFC51B5-7DF2-C2E3-83E7-FD005EF39C2F}"/>
                </a:ext>
              </a:extLst>
            </p:cNvPr>
            <p:cNvGrpSpPr/>
            <p:nvPr/>
          </p:nvGrpSpPr>
          <p:grpSpPr>
            <a:xfrm flipH="1">
              <a:off x="8890453" y="1981341"/>
              <a:ext cx="643128" cy="235747"/>
              <a:chOff x="2993136" y="4282440"/>
              <a:chExt cx="643128" cy="288036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EF565AD-69BE-A01F-1A04-B97D346D11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BEE0B5C-5252-25E6-163F-9A86306B6D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9A02915-031C-6BB6-F9BC-70E2CD8825A3}"/>
                </a:ext>
              </a:extLst>
            </p:cNvPr>
            <p:cNvSpPr txBox="1"/>
            <p:nvPr/>
          </p:nvSpPr>
          <p:spPr>
            <a:xfrm>
              <a:off x="9318699" y="1850245"/>
              <a:ext cx="1091057" cy="261610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Pompa Air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6675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C870129-CDC6-8110-CC8A-2997F782D8E4}"/>
              </a:ext>
            </a:extLst>
          </p:cNvPr>
          <p:cNvGrpSpPr/>
          <p:nvPr/>
        </p:nvGrpSpPr>
        <p:grpSpPr>
          <a:xfrm>
            <a:off x="1486016" y="415791"/>
            <a:ext cx="9615893" cy="6026417"/>
            <a:chOff x="1622600" y="131140"/>
            <a:chExt cx="9615893" cy="602641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A5D76D2-E033-F1FB-B17C-27456BE04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6898" y="131140"/>
              <a:ext cx="6109137" cy="341025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7DA3B9-22E5-140B-7457-D53BB35F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3577" y="3541396"/>
              <a:ext cx="4964916" cy="252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4CEADC8-61FF-B864-E507-53A3EC90F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2600" y="3637557"/>
              <a:ext cx="4591112" cy="25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7851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23EBD16-68A4-94A0-0B16-03C1FDA3917E}"/>
              </a:ext>
            </a:extLst>
          </p:cNvPr>
          <p:cNvGrpSpPr/>
          <p:nvPr/>
        </p:nvGrpSpPr>
        <p:grpSpPr>
          <a:xfrm>
            <a:off x="2220485" y="376134"/>
            <a:ext cx="8550838" cy="6252685"/>
            <a:chOff x="2220485" y="376134"/>
            <a:chExt cx="8550838" cy="625268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DCC7058-C1FC-591E-90D5-E30FF3D2D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0485" y="376134"/>
              <a:ext cx="4395776" cy="318528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3A2758-D8C0-94BD-88CD-47441BAB8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619" b="14777"/>
            <a:stretch>
              <a:fillRect/>
            </a:stretch>
          </p:blipFill>
          <p:spPr>
            <a:xfrm>
              <a:off x="6913698" y="1064291"/>
              <a:ext cx="3857625" cy="4430599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6B07651-E509-9549-48FB-5B88391767C9}"/>
                </a:ext>
              </a:extLst>
            </p:cNvPr>
            <p:cNvGrpSpPr/>
            <p:nvPr/>
          </p:nvGrpSpPr>
          <p:grpSpPr>
            <a:xfrm flipV="1">
              <a:off x="7711263" y="3783056"/>
              <a:ext cx="643128" cy="235747"/>
              <a:chOff x="4531119" y="3800490"/>
              <a:chExt cx="643128" cy="235747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B342948-ACEC-5415-B402-8BBDDCD174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1733" y="3800490"/>
                <a:ext cx="302514" cy="235747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537094E-E5F9-22A0-6CB1-5A15F8809F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31119" y="380049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F066CB-5943-7EE6-BAC4-E2C414011165}"/>
                </a:ext>
              </a:extLst>
            </p:cNvPr>
            <p:cNvSpPr txBox="1"/>
            <p:nvPr/>
          </p:nvSpPr>
          <p:spPr>
            <a:xfrm>
              <a:off x="7062393" y="4123745"/>
              <a:ext cx="1091057" cy="430887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Rangkaian</a:t>
              </a:r>
              <a:r>
                <a:rPr lang="en-SG" sz="11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 Power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F209BD8-E14E-3101-07CA-C0A69818E85D}"/>
                </a:ext>
              </a:extLst>
            </p:cNvPr>
            <p:cNvGrpSpPr/>
            <p:nvPr/>
          </p:nvGrpSpPr>
          <p:grpSpPr>
            <a:xfrm>
              <a:off x="8453907" y="1936973"/>
              <a:ext cx="643128" cy="235747"/>
              <a:chOff x="4531119" y="3800490"/>
              <a:chExt cx="643128" cy="235747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E378E32-3E16-F368-6B8D-7628DCBAB4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1733" y="3800490"/>
                <a:ext cx="302514" cy="235747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9538656-1558-17A5-7036-DACD53001F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31119" y="380049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3B6EC7A-C3FE-D803-16DA-488A7375A223}"/>
                </a:ext>
              </a:extLst>
            </p:cNvPr>
            <p:cNvSpPr txBox="1"/>
            <p:nvPr/>
          </p:nvSpPr>
          <p:spPr>
            <a:xfrm>
              <a:off x="7161909" y="1721529"/>
              <a:ext cx="1291998" cy="430887"/>
            </a:xfrm>
            <a:prstGeom prst="rect">
              <a:avLst/>
            </a:prstGeom>
            <a:solidFill>
              <a:srgbClr val="7030A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Rangkaian</a:t>
              </a:r>
              <a:r>
                <a:rPr lang="en-SG" sz="11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 Driver IGBT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23BE00-FFD7-FFE7-9027-27FCF2EEF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964"/>
            <a:stretch>
              <a:fillRect/>
            </a:stretch>
          </p:blipFill>
          <p:spPr>
            <a:xfrm rot="16200000">
              <a:off x="2929480" y="2942038"/>
              <a:ext cx="2977788" cy="43957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3701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4DF80A-C08D-0DCF-82A6-DA496CDFA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642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EDE43D-78F3-8FAA-B64C-47EFE3DC3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560" y="810706"/>
            <a:ext cx="9600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70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FBBCE99-CE0A-724A-9728-211DE2E3A209}"/>
              </a:ext>
            </a:extLst>
          </p:cNvPr>
          <p:cNvGrpSpPr/>
          <p:nvPr/>
        </p:nvGrpSpPr>
        <p:grpSpPr>
          <a:xfrm>
            <a:off x="1296000" y="854597"/>
            <a:ext cx="9599999" cy="5400000"/>
            <a:chOff x="1296000" y="854597"/>
            <a:chExt cx="9599999" cy="540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A0407C4-5DB6-F9CA-215D-9393329D2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000" y="854597"/>
              <a:ext cx="9599999" cy="5400000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34B4AAC-2B1A-83B7-8A1B-5D7ACD6C0AF4}"/>
                </a:ext>
              </a:extLst>
            </p:cNvPr>
            <p:cNvGrpSpPr/>
            <p:nvPr/>
          </p:nvGrpSpPr>
          <p:grpSpPr>
            <a:xfrm flipV="1">
              <a:off x="2890855" y="1707739"/>
              <a:ext cx="643128" cy="235747"/>
              <a:chOff x="4531119" y="3800490"/>
              <a:chExt cx="643128" cy="235747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22D3390A-8D6C-AED3-4DC5-A91F0A7170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1733" y="3800490"/>
                <a:ext cx="302514" cy="235747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9EB3EBA-075C-A1CC-7143-B826A3DF8B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31119" y="380049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BCC986-84F9-3AA9-F4B7-0CE7146763E2}"/>
                </a:ext>
              </a:extLst>
            </p:cNvPr>
            <p:cNvSpPr txBox="1"/>
            <p:nvPr/>
          </p:nvSpPr>
          <p:spPr>
            <a:xfrm>
              <a:off x="1497284" y="1789597"/>
              <a:ext cx="1431671" cy="30777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400" b="1" dirty="0">
                  <a:cs typeface="Times New Roman" panose="02020603050405020304" pitchFamily="18" charset="0"/>
                </a:rPr>
                <a:t>Sensor </a:t>
              </a:r>
              <a:r>
                <a:rPr lang="en-SG" sz="1400" b="1" dirty="0" err="1">
                  <a:cs typeface="Times New Roman" panose="02020603050405020304" pitchFamily="18" charset="0"/>
                </a:rPr>
                <a:t>Tekanan</a:t>
              </a:r>
              <a:endParaRPr lang="en-SG" sz="1400" b="1" dirty="0">
                <a:cs typeface="Times New Roman" panose="020206030504050203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338575-6EA1-9544-7505-92DBDE41EB04}"/>
                </a:ext>
              </a:extLst>
            </p:cNvPr>
            <p:cNvGrpSpPr/>
            <p:nvPr/>
          </p:nvGrpSpPr>
          <p:grpSpPr>
            <a:xfrm flipH="1" flipV="1">
              <a:off x="3533983" y="3863294"/>
              <a:ext cx="643128" cy="235747"/>
              <a:chOff x="4531119" y="3800490"/>
              <a:chExt cx="643128" cy="235747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9BCB357-161E-E4CF-4E0E-1EA239FDD6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1733" y="3800490"/>
                <a:ext cx="302514" cy="235747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6C408E3-999A-6483-2AF5-1988AF1F08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31119" y="380049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099DA9-85D9-079A-93BF-AFE2DBEB89A7}"/>
                </a:ext>
              </a:extLst>
            </p:cNvPr>
            <p:cNvSpPr txBox="1"/>
            <p:nvPr/>
          </p:nvSpPr>
          <p:spPr>
            <a:xfrm>
              <a:off x="4139012" y="3981167"/>
              <a:ext cx="1121146" cy="30777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400" b="1" dirty="0">
                  <a:cs typeface="Times New Roman" panose="02020603050405020304" pitchFamily="18" charset="0"/>
                </a:rPr>
                <a:t>Pompa Air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3494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FEA3544-1005-6434-6D92-258E1E511F70}"/>
              </a:ext>
            </a:extLst>
          </p:cNvPr>
          <p:cNvGrpSpPr/>
          <p:nvPr/>
        </p:nvGrpSpPr>
        <p:grpSpPr>
          <a:xfrm>
            <a:off x="1633979" y="919113"/>
            <a:ext cx="8924041" cy="5019773"/>
            <a:chOff x="1633979" y="919113"/>
            <a:chExt cx="8924041" cy="50197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10022C-32FB-C4B7-B916-6BF7B8918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3979" y="919113"/>
              <a:ext cx="8924041" cy="501977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F74254-9F09-3AA8-26A3-355447945FB8}"/>
                </a:ext>
              </a:extLst>
            </p:cNvPr>
            <p:cNvGrpSpPr/>
            <p:nvPr/>
          </p:nvGrpSpPr>
          <p:grpSpPr>
            <a:xfrm>
              <a:off x="3861816" y="3659088"/>
              <a:ext cx="643128" cy="235747"/>
              <a:chOff x="2993136" y="4282440"/>
              <a:chExt cx="643128" cy="288036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6C6B8CD-8237-11DE-7CC0-3DD23190D8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DE02E4A-22D4-BEB9-23B9-FC3FF248C0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8F1B32-6980-CAE5-C284-FD477572BE8C}"/>
                </a:ext>
              </a:extLst>
            </p:cNvPr>
            <p:cNvSpPr txBox="1"/>
            <p:nvPr/>
          </p:nvSpPr>
          <p:spPr>
            <a:xfrm>
              <a:off x="2808859" y="3514788"/>
              <a:ext cx="1091057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 err="1">
                  <a:cs typeface="Times New Roman" panose="02020603050405020304" pitchFamily="18" charset="0"/>
                </a:rPr>
                <a:t>Mikrokontroler</a:t>
              </a:r>
              <a:endParaRPr lang="en-SG" sz="1100" b="1" dirty="0"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85B813-EE42-0D1E-CEAE-3850FB590C24}"/>
                </a:ext>
              </a:extLst>
            </p:cNvPr>
            <p:cNvSpPr/>
            <p:nvPr/>
          </p:nvSpPr>
          <p:spPr>
            <a:xfrm>
              <a:off x="5620512" y="3291840"/>
              <a:ext cx="1389888" cy="1310640"/>
            </a:xfrm>
            <a:prstGeom prst="rect">
              <a:avLst/>
            </a:prstGeom>
            <a:noFill/>
            <a:ln w="1905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51915D0-FCEF-96BE-4D41-E9776B9829A4}"/>
                </a:ext>
              </a:extLst>
            </p:cNvPr>
            <p:cNvGrpSpPr/>
            <p:nvPr/>
          </p:nvGrpSpPr>
          <p:grpSpPr>
            <a:xfrm flipH="1">
              <a:off x="6894706" y="3541214"/>
              <a:ext cx="643128" cy="235747"/>
              <a:chOff x="2993136" y="4282440"/>
              <a:chExt cx="643128" cy="288036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2CC49EE-A9D2-A390-A3BC-9772417CD8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73800F3-8C97-E35D-3A2C-C66A1B3106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4CB278-B4AF-F84A-15B6-38AA920B0B55}"/>
                </a:ext>
              </a:extLst>
            </p:cNvPr>
            <p:cNvSpPr txBox="1"/>
            <p:nvPr/>
          </p:nvSpPr>
          <p:spPr>
            <a:xfrm>
              <a:off x="7265797" y="3322420"/>
              <a:ext cx="860171" cy="430887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50" b="1" dirty="0" err="1">
                  <a:cs typeface="Times New Roman" panose="02020603050405020304" pitchFamily="18" charset="0"/>
                </a:rPr>
                <a:t>Rangkaian</a:t>
              </a:r>
              <a:r>
                <a:rPr lang="en-SG" sz="1050" b="1" dirty="0">
                  <a:cs typeface="Times New Roman" panose="02020603050405020304" pitchFamily="18" charset="0"/>
                </a:rPr>
                <a:t> </a:t>
              </a:r>
              <a:r>
                <a:rPr lang="en-SG" sz="1050" b="1" i="1" dirty="0">
                  <a:cs typeface="Times New Roman" panose="02020603050405020304" pitchFamily="18" charset="0"/>
                </a:rPr>
                <a:t>Power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BEB289-3F94-A64A-F992-09A2821CC06C}"/>
                </a:ext>
              </a:extLst>
            </p:cNvPr>
            <p:cNvGrpSpPr/>
            <p:nvPr/>
          </p:nvGrpSpPr>
          <p:grpSpPr>
            <a:xfrm>
              <a:off x="4407538" y="2797502"/>
              <a:ext cx="643128" cy="235747"/>
              <a:chOff x="2993136" y="4282440"/>
              <a:chExt cx="643128" cy="288036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D3BC078-53EB-9CED-2B88-087823DB58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474426E-F04F-B2D8-6B47-12C0359CBC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603ECD-6788-2AE9-E390-3DAE129A40F7}"/>
                </a:ext>
              </a:extLst>
            </p:cNvPr>
            <p:cNvSpPr txBox="1"/>
            <p:nvPr/>
          </p:nvSpPr>
          <p:spPr>
            <a:xfrm>
              <a:off x="3437893" y="2602362"/>
              <a:ext cx="1139952" cy="4001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i="1" dirty="0">
                  <a:cs typeface="Times New Roman" panose="02020603050405020304" pitchFamily="18" charset="0"/>
                </a:rPr>
                <a:t>Pressure Sensor  Voltage Divider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7464442-8881-00DF-BA83-3B9ACEA23BFD}"/>
                </a:ext>
              </a:extLst>
            </p:cNvPr>
            <p:cNvGrpSpPr/>
            <p:nvPr/>
          </p:nvGrpSpPr>
          <p:grpSpPr>
            <a:xfrm flipH="1">
              <a:off x="6573142" y="2336210"/>
              <a:ext cx="643128" cy="235747"/>
              <a:chOff x="2993136" y="4282440"/>
              <a:chExt cx="643128" cy="288036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4D73344-FBB2-C7AB-7CCA-A13E2EFEE1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5FA4F4F-FA97-E68A-C5D3-126281FCF0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E32030-4B7F-19A6-2F6B-49BE989F73A6}"/>
                </a:ext>
              </a:extLst>
            </p:cNvPr>
            <p:cNvSpPr txBox="1"/>
            <p:nvPr/>
          </p:nvSpPr>
          <p:spPr>
            <a:xfrm>
              <a:off x="7026278" y="2136155"/>
              <a:ext cx="1428874" cy="4001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dirty="0" err="1">
                  <a:cs typeface="Times New Roman" panose="02020603050405020304" pitchFamily="18" charset="0"/>
                </a:rPr>
                <a:t>Rangkaian</a:t>
              </a:r>
              <a:r>
                <a:rPr lang="en-SG" sz="1000" b="1" i="1" dirty="0">
                  <a:cs typeface="Times New Roman" panose="02020603050405020304" pitchFamily="18" charset="0"/>
                </a:rPr>
                <a:t> Snubber Freewheeling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2915B75-F28C-746A-584E-D558FA506E5D}"/>
                </a:ext>
              </a:extLst>
            </p:cNvPr>
            <p:cNvGrpSpPr/>
            <p:nvPr/>
          </p:nvGrpSpPr>
          <p:grpSpPr>
            <a:xfrm flipH="1">
              <a:off x="8549839" y="2884598"/>
              <a:ext cx="643128" cy="235747"/>
              <a:chOff x="2993136" y="4282440"/>
              <a:chExt cx="643128" cy="288036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75D03B7-0329-5735-6D6D-E15D5E7531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B85F238-9E60-E920-4E1F-1B3D6A9584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FFE140-AB01-0B81-E605-988EC0C29D3A}"/>
                </a:ext>
              </a:extLst>
            </p:cNvPr>
            <p:cNvSpPr txBox="1"/>
            <p:nvPr/>
          </p:nvSpPr>
          <p:spPr>
            <a:xfrm>
              <a:off x="9006588" y="2753793"/>
              <a:ext cx="1091057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>
                  <a:cs typeface="Times New Roman" panose="02020603050405020304" pitchFamily="18" charset="0"/>
                </a:rPr>
                <a:t>Sensor </a:t>
              </a:r>
              <a:r>
                <a:rPr lang="en-SG" sz="1100" b="1" dirty="0" err="1">
                  <a:cs typeface="Times New Roman" panose="02020603050405020304" pitchFamily="18" charset="0"/>
                </a:rPr>
                <a:t>Arus</a:t>
              </a:r>
              <a:endParaRPr lang="en-SG" sz="1100" b="1" dirty="0"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29DC49-C726-A9C0-47C8-8401E81FB15E}"/>
                </a:ext>
              </a:extLst>
            </p:cNvPr>
            <p:cNvGrpSpPr/>
            <p:nvPr/>
          </p:nvGrpSpPr>
          <p:grpSpPr>
            <a:xfrm flipH="1" flipV="1">
              <a:off x="8568889" y="3517560"/>
              <a:ext cx="643128" cy="235747"/>
              <a:chOff x="2993136" y="4282440"/>
              <a:chExt cx="643128" cy="288036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7C91B18-0D00-D338-21DB-7C57B82715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F8D9616-080E-DD5C-5BF1-494CB32F0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7A340E0-2513-2885-B549-86D64D83821B}"/>
                </a:ext>
              </a:extLst>
            </p:cNvPr>
            <p:cNvSpPr txBox="1"/>
            <p:nvPr/>
          </p:nvSpPr>
          <p:spPr>
            <a:xfrm>
              <a:off x="9050475" y="3622502"/>
              <a:ext cx="1236146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>
                  <a:cs typeface="Times New Roman" panose="02020603050405020304" pitchFamily="18" charset="0"/>
                </a:rPr>
                <a:t>Sensor </a:t>
              </a:r>
              <a:r>
                <a:rPr lang="en-SG" sz="1100" b="1" dirty="0" err="1">
                  <a:cs typeface="Times New Roman" panose="02020603050405020304" pitchFamily="18" charset="0"/>
                </a:rPr>
                <a:t>Tegangan</a:t>
              </a:r>
              <a:endParaRPr lang="en-SG" sz="1100" b="1" dirty="0">
                <a:cs typeface="Times New Roman" panose="02020603050405020304" pitchFamily="18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2D71DE0-BA8F-0A39-4662-F0659BB53BE2}"/>
                </a:ext>
              </a:extLst>
            </p:cNvPr>
            <p:cNvGrpSpPr/>
            <p:nvPr/>
          </p:nvGrpSpPr>
          <p:grpSpPr>
            <a:xfrm flipH="1">
              <a:off x="3800986" y="1732372"/>
              <a:ext cx="643128" cy="235747"/>
              <a:chOff x="2993136" y="4282440"/>
              <a:chExt cx="643128" cy="2880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62897CB-EAD5-1A46-F79E-CFDEF55D8B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A570350-E821-2FFB-A0D8-56827CF1F5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C851F3-4782-874D-BF92-6E9A2DFFF93D}"/>
                </a:ext>
              </a:extLst>
            </p:cNvPr>
            <p:cNvSpPr txBox="1"/>
            <p:nvPr/>
          </p:nvSpPr>
          <p:spPr>
            <a:xfrm>
              <a:off x="4432052" y="1532317"/>
              <a:ext cx="1139952" cy="4001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i="1" dirty="0" err="1">
                  <a:cs typeface="Times New Roman" panose="02020603050405020304" pitchFamily="18" charset="0"/>
                </a:rPr>
                <a:t>Sumber</a:t>
              </a:r>
              <a:r>
                <a:rPr lang="en-SG" sz="1000" b="1" i="1" dirty="0">
                  <a:cs typeface="Times New Roman" panose="02020603050405020304" pitchFamily="18" charset="0"/>
                </a:rPr>
                <a:t> </a:t>
              </a:r>
              <a:r>
                <a:rPr lang="en-SG" sz="1000" b="1" i="1" dirty="0" err="1">
                  <a:cs typeface="Times New Roman" panose="02020603050405020304" pitchFamily="18" charset="0"/>
                </a:rPr>
                <a:t>Tegangan</a:t>
              </a:r>
              <a:r>
                <a:rPr lang="en-SG" sz="1000" b="1" i="1" dirty="0">
                  <a:cs typeface="Times New Roman" panose="02020603050405020304" pitchFamily="18" charset="0"/>
                </a:rPr>
                <a:t> 220 VAC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EDE8F8-2499-946B-9A12-312A8565DF34}"/>
                </a:ext>
              </a:extLst>
            </p:cNvPr>
            <p:cNvSpPr txBox="1"/>
            <p:nvPr/>
          </p:nvSpPr>
          <p:spPr>
            <a:xfrm>
              <a:off x="7577714" y="5139627"/>
              <a:ext cx="1428874" cy="4001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dirty="0" err="1">
                  <a:cs typeface="Times New Roman" panose="02020603050405020304" pitchFamily="18" charset="0"/>
                </a:rPr>
                <a:t>Rangkaian</a:t>
              </a:r>
              <a:r>
                <a:rPr lang="en-SG" sz="1000" b="1" i="1" dirty="0">
                  <a:cs typeface="Times New Roman" panose="02020603050405020304" pitchFamily="18" charset="0"/>
                </a:rPr>
                <a:t> Snubber Active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A23730B-CE20-ED2A-97CE-0420835FEE34}"/>
                </a:ext>
              </a:extLst>
            </p:cNvPr>
            <p:cNvGrpSpPr/>
            <p:nvPr/>
          </p:nvGrpSpPr>
          <p:grpSpPr>
            <a:xfrm flipH="1" flipV="1">
              <a:off x="6944233" y="5159994"/>
              <a:ext cx="643128" cy="200053"/>
              <a:chOff x="2993136" y="4282440"/>
              <a:chExt cx="643128" cy="288036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3D92FB0-3F02-F3B5-846D-1A3F2CBC06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5515DDD-DF6A-5911-1216-330FC32E7D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C8AF653-697D-FCC2-55B0-6150BD1F41B1}"/>
                </a:ext>
              </a:extLst>
            </p:cNvPr>
            <p:cNvGrpSpPr/>
            <p:nvPr/>
          </p:nvGrpSpPr>
          <p:grpSpPr>
            <a:xfrm flipH="1">
              <a:off x="8890453" y="1981341"/>
              <a:ext cx="643128" cy="235747"/>
              <a:chOff x="2993136" y="4282440"/>
              <a:chExt cx="643128" cy="288036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E16641C-FA14-F304-D3AE-B06A25463C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33750" y="4282440"/>
                <a:ext cx="302514" cy="288036"/>
              </a:xfrm>
              <a:prstGeom prst="line">
                <a:avLst/>
              </a:prstGeom>
              <a:ln w="28575">
                <a:solidFill>
                  <a:srgbClr val="FFFF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263563E-2E39-D598-4870-755897E1B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136" y="4282440"/>
                <a:ext cx="340614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491228-2644-F39F-A424-78441122A253}"/>
                </a:ext>
              </a:extLst>
            </p:cNvPr>
            <p:cNvSpPr txBox="1"/>
            <p:nvPr/>
          </p:nvSpPr>
          <p:spPr>
            <a:xfrm>
              <a:off x="9318699" y="1850245"/>
              <a:ext cx="1091057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SG" sz="1100" b="1" dirty="0">
                  <a:cs typeface="Times New Roman" panose="02020603050405020304" pitchFamily="18" charset="0"/>
                </a:rPr>
                <a:t>Pompa Air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9629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3F924B-3DE8-B855-FB11-B461657E0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25" y="1277540"/>
            <a:ext cx="8464550" cy="476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5836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A9A092-10AB-7791-3A97-C52CB566F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9" y="878681"/>
            <a:ext cx="9255761" cy="510063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978321-6D7B-D46E-50CC-E778B9AA6AAC}"/>
              </a:ext>
            </a:extLst>
          </p:cNvPr>
          <p:cNvCxnSpPr>
            <a:cxnSpLocks/>
          </p:cNvCxnSpPr>
          <p:nvPr/>
        </p:nvCxnSpPr>
        <p:spPr>
          <a:xfrm flipV="1">
            <a:off x="4477261" y="259588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50886D-A57C-12DF-86F9-3733C00F2CA1}"/>
              </a:ext>
            </a:extLst>
          </p:cNvPr>
          <p:cNvCxnSpPr>
            <a:cxnSpLocks/>
          </p:cNvCxnSpPr>
          <p:nvPr/>
        </p:nvCxnSpPr>
        <p:spPr>
          <a:xfrm>
            <a:off x="4632960" y="259588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813CF9-7BD4-381F-7DC9-E657C143040F}"/>
              </a:ext>
            </a:extLst>
          </p:cNvPr>
          <p:cNvCxnSpPr>
            <a:cxnSpLocks/>
          </p:cNvCxnSpPr>
          <p:nvPr/>
        </p:nvCxnSpPr>
        <p:spPr>
          <a:xfrm flipV="1">
            <a:off x="2794765" y="1900936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43264E-767F-9E64-0657-713D5F43E6C4}"/>
              </a:ext>
            </a:extLst>
          </p:cNvPr>
          <p:cNvCxnSpPr>
            <a:cxnSpLocks/>
          </p:cNvCxnSpPr>
          <p:nvPr/>
        </p:nvCxnSpPr>
        <p:spPr>
          <a:xfrm>
            <a:off x="2950464" y="1900936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D3F872-F674-ED7F-18BF-8B2D5680E045}"/>
              </a:ext>
            </a:extLst>
          </p:cNvPr>
          <p:cNvCxnSpPr>
            <a:cxnSpLocks/>
          </p:cNvCxnSpPr>
          <p:nvPr/>
        </p:nvCxnSpPr>
        <p:spPr>
          <a:xfrm flipH="1" flipV="1">
            <a:off x="6720589" y="4985512"/>
            <a:ext cx="155699" cy="198518"/>
          </a:xfrm>
          <a:prstGeom prst="line">
            <a:avLst/>
          </a:prstGeom>
          <a:ln w="28575">
            <a:solidFill>
              <a:srgbClr val="C0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05B7DB-8EEC-E111-072D-C0E92B227070}"/>
              </a:ext>
            </a:extLst>
          </p:cNvPr>
          <p:cNvCxnSpPr>
            <a:cxnSpLocks/>
          </p:cNvCxnSpPr>
          <p:nvPr/>
        </p:nvCxnSpPr>
        <p:spPr>
          <a:xfrm flipH="1">
            <a:off x="6344669" y="4984496"/>
            <a:ext cx="37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6EE8AD0-1291-525D-64E6-1A5C0CB619DF}"/>
              </a:ext>
            </a:extLst>
          </p:cNvPr>
          <p:cNvSpPr txBox="1"/>
          <p:nvPr/>
        </p:nvSpPr>
        <p:spPr>
          <a:xfrm>
            <a:off x="3326384" y="1770131"/>
            <a:ext cx="986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100" b="1" dirty="0"/>
              <a:t>Power Supply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B07D1-5F42-FF1F-CBA4-B9866AF0398A}"/>
              </a:ext>
            </a:extLst>
          </p:cNvPr>
          <p:cNvSpPr txBox="1"/>
          <p:nvPr/>
        </p:nvSpPr>
        <p:spPr>
          <a:xfrm>
            <a:off x="5008880" y="2465075"/>
            <a:ext cx="71374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100" b="1" dirty="0"/>
              <a:t>Inverter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46E5F0-7B15-25DA-1AA1-2AF93A01282D}"/>
              </a:ext>
            </a:extLst>
          </p:cNvPr>
          <p:cNvSpPr txBox="1"/>
          <p:nvPr/>
        </p:nvSpPr>
        <p:spPr>
          <a:xfrm>
            <a:off x="9511284" y="3439616"/>
            <a:ext cx="829056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100" b="1" dirty="0" err="1"/>
              <a:t>Rangkaian</a:t>
            </a:r>
            <a:r>
              <a:rPr lang="en-SG" sz="1100" b="1" dirty="0"/>
              <a:t> Snubber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1355BB0-6875-13E9-EF67-A183E3678910}"/>
              </a:ext>
            </a:extLst>
          </p:cNvPr>
          <p:cNvCxnSpPr>
            <a:cxnSpLocks/>
          </p:cNvCxnSpPr>
          <p:nvPr/>
        </p:nvCxnSpPr>
        <p:spPr>
          <a:xfrm flipV="1">
            <a:off x="9003541" y="365506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2444E8-21CF-C829-A68A-DE5893C5B205}"/>
              </a:ext>
            </a:extLst>
          </p:cNvPr>
          <p:cNvCxnSpPr>
            <a:cxnSpLocks/>
          </p:cNvCxnSpPr>
          <p:nvPr/>
        </p:nvCxnSpPr>
        <p:spPr>
          <a:xfrm>
            <a:off x="9159240" y="365506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073093B-1837-888C-E3DB-A47A24A7F8DD}"/>
              </a:ext>
            </a:extLst>
          </p:cNvPr>
          <p:cNvSpPr txBox="1"/>
          <p:nvPr/>
        </p:nvSpPr>
        <p:spPr>
          <a:xfrm>
            <a:off x="5258314" y="4853691"/>
            <a:ext cx="10863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100" b="1" dirty="0" err="1">
                <a:solidFill>
                  <a:schemeClr val="bg1"/>
                </a:solidFill>
              </a:rPr>
              <a:t>Mikrokontroler</a:t>
            </a:r>
            <a:endParaRPr lang="en-SG" sz="1100" b="1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030848-CEFF-7BAC-1896-375C5E7A076B}"/>
              </a:ext>
            </a:extLst>
          </p:cNvPr>
          <p:cNvCxnSpPr>
            <a:cxnSpLocks/>
          </p:cNvCxnSpPr>
          <p:nvPr/>
        </p:nvCxnSpPr>
        <p:spPr>
          <a:xfrm>
            <a:off x="7406640" y="4419600"/>
            <a:ext cx="219269" cy="274320"/>
          </a:xfrm>
          <a:prstGeom prst="line">
            <a:avLst/>
          </a:prstGeom>
          <a:ln w="28575">
            <a:solidFill>
              <a:srgbClr val="C0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9527C2-AA16-13B0-138C-2324A3497D1C}"/>
              </a:ext>
            </a:extLst>
          </p:cNvPr>
          <p:cNvCxnSpPr>
            <a:cxnSpLocks/>
          </p:cNvCxnSpPr>
          <p:nvPr/>
        </p:nvCxnSpPr>
        <p:spPr>
          <a:xfrm>
            <a:off x="7625909" y="4693385"/>
            <a:ext cx="37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F576DE2-350A-36C1-D457-A0E8AF59FCD4}"/>
              </a:ext>
            </a:extLst>
          </p:cNvPr>
          <p:cNvSpPr txBox="1"/>
          <p:nvPr/>
        </p:nvSpPr>
        <p:spPr>
          <a:xfrm>
            <a:off x="7946158" y="4485561"/>
            <a:ext cx="117217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100" b="1" dirty="0" err="1">
                <a:solidFill>
                  <a:schemeClr val="bg1"/>
                </a:solidFill>
              </a:rPr>
              <a:t>Rangkaian</a:t>
            </a:r>
            <a:r>
              <a:rPr lang="en-SG" sz="1100" b="1" dirty="0">
                <a:solidFill>
                  <a:schemeClr val="bg1"/>
                </a:solidFill>
              </a:rPr>
              <a:t> PWM AC Chopper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881C21C-5C7D-15EB-2677-2D1E3BA72700}"/>
              </a:ext>
            </a:extLst>
          </p:cNvPr>
          <p:cNvCxnSpPr>
            <a:cxnSpLocks/>
          </p:cNvCxnSpPr>
          <p:nvPr/>
        </p:nvCxnSpPr>
        <p:spPr>
          <a:xfrm flipH="1" flipV="1">
            <a:off x="7101840" y="3524255"/>
            <a:ext cx="243081" cy="265624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B41773-E194-67F5-792C-69B8338D7CB7}"/>
              </a:ext>
            </a:extLst>
          </p:cNvPr>
          <p:cNvCxnSpPr>
            <a:cxnSpLocks/>
          </p:cNvCxnSpPr>
          <p:nvPr/>
        </p:nvCxnSpPr>
        <p:spPr>
          <a:xfrm>
            <a:off x="6737417" y="3524255"/>
            <a:ext cx="37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A613CA6-8091-747F-BBAE-086104A30FF7}"/>
              </a:ext>
            </a:extLst>
          </p:cNvPr>
          <p:cNvSpPr txBox="1"/>
          <p:nvPr/>
        </p:nvSpPr>
        <p:spPr>
          <a:xfrm>
            <a:off x="5988330" y="3323432"/>
            <a:ext cx="916438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100" b="1" dirty="0" err="1"/>
              <a:t>Rangkaian</a:t>
            </a:r>
            <a:r>
              <a:rPr lang="en-SG" sz="1100" b="1" dirty="0"/>
              <a:t> Driver IGBT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D58F9F0-A3ED-D53B-11BE-EE68102AB8D2}"/>
              </a:ext>
            </a:extLst>
          </p:cNvPr>
          <p:cNvCxnSpPr>
            <a:cxnSpLocks/>
          </p:cNvCxnSpPr>
          <p:nvPr/>
        </p:nvCxnSpPr>
        <p:spPr>
          <a:xfrm flipV="1">
            <a:off x="8721601" y="287782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60A8EF-0B6D-FB49-9D2C-FCC6694B9734}"/>
              </a:ext>
            </a:extLst>
          </p:cNvPr>
          <p:cNvCxnSpPr>
            <a:cxnSpLocks/>
          </p:cNvCxnSpPr>
          <p:nvPr/>
        </p:nvCxnSpPr>
        <p:spPr>
          <a:xfrm>
            <a:off x="8877300" y="288290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A09AA05-5A52-9E20-C208-1D48F0180221}"/>
              </a:ext>
            </a:extLst>
          </p:cNvPr>
          <p:cNvSpPr txBox="1"/>
          <p:nvPr/>
        </p:nvSpPr>
        <p:spPr>
          <a:xfrm>
            <a:off x="9154668" y="2662376"/>
            <a:ext cx="100990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100" b="1" dirty="0"/>
              <a:t>Sensor </a:t>
            </a:r>
            <a:r>
              <a:rPr lang="en-SG" sz="1100" b="1" dirty="0" err="1"/>
              <a:t>Arus</a:t>
            </a:r>
            <a:r>
              <a:rPr lang="en-SG" sz="1100" b="1" dirty="0"/>
              <a:t> dan </a:t>
            </a:r>
            <a:r>
              <a:rPr lang="en-SG" sz="1100" b="1" dirty="0" err="1"/>
              <a:t>Tegangan</a:t>
            </a:r>
            <a:endParaRPr lang="en-SG" sz="1100" b="1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507719-BA4D-8978-BECC-D18ED6A7E2B2}"/>
              </a:ext>
            </a:extLst>
          </p:cNvPr>
          <p:cNvCxnSpPr>
            <a:cxnSpLocks/>
          </p:cNvCxnSpPr>
          <p:nvPr/>
        </p:nvCxnSpPr>
        <p:spPr>
          <a:xfrm>
            <a:off x="6085145" y="4313905"/>
            <a:ext cx="219269" cy="274320"/>
          </a:xfrm>
          <a:prstGeom prst="line">
            <a:avLst/>
          </a:prstGeom>
          <a:ln w="28575">
            <a:solidFill>
              <a:srgbClr val="C0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41F1724-4006-346C-DFDD-48ED4FE9A008}"/>
              </a:ext>
            </a:extLst>
          </p:cNvPr>
          <p:cNvCxnSpPr>
            <a:cxnSpLocks/>
          </p:cNvCxnSpPr>
          <p:nvPr/>
        </p:nvCxnSpPr>
        <p:spPr>
          <a:xfrm>
            <a:off x="6304414" y="4587690"/>
            <a:ext cx="37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58B2CB3-D662-ACFC-150D-146592167868}"/>
              </a:ext>
            </a:extLst>
          </p:cNvPr>
          <p:cNvSpPr txBox="1"/>
          <p:nvPr/>
        </p:nvSpPr>
        <p:spPr>
          <a:xfrm>
            <a:off x="6582378" y="4371080"/>
            <a:ext cx="7146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100" b="1" dirty="0">
                <a:solidFill>
                  <a:schemeClr val="bg1"/>
                </a:solidFill>
              </a:rPr>
              <a:t>Sensor </a:t>
            </a:r>
            <a:r>
              <a:rPr lang="en-SG" sz="1100" b="1" dirty="0" err="1">
                <a:solidFill>
                  <a:schemeClr val="bg1"/>
                </a:solidFill>
              </a:rPr>
              <a:t>Tekanan</a:t>
            </a:r>
            <a:endParaRPr lang="en-SG" sz="1100" b="1" dirty="0">
              <a:solidFill>
                <a:schemeClr val="bg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9ED63AF-A7CA-76D3-9EEE-C073C2A998FA}"/>
              </a:ext>
            </a:extLst>
          </p:cNvPr>
          <p:cNvCxnSpPr>
            <a:cxnSpLocks/>
          </p:cNvCxnSpPr>
          <p:nvPr/>
        </p:nvCxnSpPr>
        <p:spPr>
          <a:xfrm flipH="1">
            <a:off x="10046716" y="1330801"/>
            <a:ext cx="235712" cy="254159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D1A9B23-63F9-0860-C045-505D09FDA616}"/>
              </a:ext>
            </a:extLst>
          </p:cNvPr>
          <p:cNvCxnSpPr>
            <a:cxnSpLocks/>
          </p:cNvCxnSpPr>
          <p:nvPr/>
        </p:nvCxnSpPr>
        <p:spPr>
          <a:xfrm>
            <a:off x="9670796" y="158496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9D72C4E-549B-E746-EC14-0C82818498B8}"/>
              </a:ext>
            </a:extLst>
          </p:cNvPr>
          <p:cNvSpPr txBox="1"/>
          <p:nvPr/>
        </p:nvSpPr>
        <p:spPr>
          <a:xfrm>
            <a:off x="8877300" y="1466548"/>
            <a:ext cx="800167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SG" sz="1100" b="1" dirty="0"/>
              <a:t>Pompa Air</a:t>
            </a:r>
          </a:p>
        </p:txBody>
      </p:sp>
    </p:spTree>
    <p:extLst>
      <p:ext uri="{BB962C8B-B14F-4D97-AF65-F5344CB8AC3E}">
        <p14:creationId xmlns:p14="http://schemas.microsoft.com/office/powerpoint/2010/main" val="831630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61968-C2E1-4DF1-B2B3-3434391A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E5ED42-943B-559C-0EF9-6D02D174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9" y="878681"/>
            <a:ext cx="9255761" cy="510063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92F837-1975-9719-4E65-28AF317DE76B}"/>
              </a:ext>
            </a:extLst>
          </p:cNvPr>
          <p:cNvCxnSpPr>
            <a:cxnSpLocks/>
          </p:cNvCxnSpPr>
          <p:nvPr/>
        </p:nvCxnSpPr>
        <p:spPr>
          <a:xfrm flipV="1">
            <a:off x="4477261" y="259588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2BDECA-76F6-AE69-D07A-436D8689D4C6}"/>
              </a:ext>
            </a:extLst>
          </p:cNvPr>
          <p:cNvCxnSpPr>
            <a:cxnSpLocks/>
          </p:cNvCxnSpPr>
          <p:nvPr/>
        </p:nvCxnSpPr>
        <p:spPr>
          <a:xfrm>
            <a:off x="4632960" y="259588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BE56B3-2258-AA99-B390-40F4B8219D89}"/>
              </a:ext>
            </a:extLst>
          </p:cNvPr>
          <p:cNvCxnSpPr>
            <a:cxnSpLocks/>
          </p:cNvCxnSpPr>
          <p:nvPr/>
        </p:nvCxnSpPr>
        <p:spPr>
          <a:xfrm flipV="1">
            <a:off x="2794765" y="1900936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4682AA-EEE2-1069-7FA6-CCC4B2EF3895}"/>
              </a:ext>
            </a:extLst>
          </p:cNvPr>
          <p:cNvCxnSpPr>
            <a:cxnSpLocks/>
          </p:cNvCxnSpPr>
          <p:nvPr/>
        </p:nvCxnSpPr>
        <p:spPr>
          <a:xfrm>
            <a:off x="2950464" y="1900936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970123-3231-E8DE-4DB5-BF7737D5CDAD}"/>
              </a:ext>
            </a:extLst>
          </p:cNvPr>
          <p:cNvCxnSpPr>
            <a:cxnSpLocks/>
          </p:cNvCxnSpPr>
          <p:nvPr/>
        </p:nvCxnSpPr>
        <p:spPr>
          <a:xfrm flipH="1" flipV="1">
            <a:off x="6720589" y="4985512"/>
            <a:ext cx="155699" cy="198518"/>
          </a:xfrm>
          <a:prstGeom prst="line">
            <a:avLst/>
          </a:prstGeom>
          <a:ln w="28575">
            <a:solidFill>
              <a:srgbClr val="C0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9F58E9-5537-5F84-0731-122F03EC8431}"/>
              </a:ext>
            </a:extLst>
          </p:cNvPr>
          <p:cNvCxnSpPr>
            <a:cxnSpLocks/>
          </p:cNvCxnSpPr>
          <p:nvPr/>
        </p:nvCxnSpPr>
        <p:spPr>
          <a:xfrm flipH="1">
            <a:off x="6344669" y="4984496"/>
            <a:ext cx="37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2CDA01-667E-E51C-AFFB-34D04B4F5B92}"/>
              </a:ext>
            </a:extLst>
          </p:cNvPr>
          <p:cNvSpPr txBox="1"/>
          <p:nvPr/>
        </p:nvSpPr>
        <p:spPr>
          <a:xfrm>
            <a:off x="3196844" y="1712769"/>
            <a:ext cx="1436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C21A8-AAB9-C4A4-A4A5-AA92D32BDCC8}"/>
              </a:ext>
            </a:extLst>
          </p:cNvPr>
          <p:cNvSpPr txBox="1"/>
          <p:nvPr/>
        </p:nvSpPr>
        <p:spPr>
          <a:xfrm>
            <a:off x="4590419" y="2306440"/>
            <a:ext cx="133578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10E495-E2B3-A875-7C88-B238685CB9BF}"/>
              </a:ext>
            </a:extLst>
          </p:cNvPr>
          <p:cNvSpPr txBox="1"/>
          <p:nvPr/>
        </p:nvSpPr>
        <p:spPr>
          <a:xfrm>
            <a:off x="9426403" y="3547671"/>
            <a:ext cx="141621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Snubber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81B109-D50D-119B-8298-C4151AE2A1E4}"/>
              </a:ext>
            </a:extLst>
          </p:cNvPr>
          <p:cNvCxnSpPr>
            <a:cxnSpLocks/>
          </p:cNvCxnSpPr>
          <p:nvPr/>
        </p:nvCxnSpPr>
        <p:spPr>
          <a:xfrm flipV="1">
            <a:off x="9003541" y="365506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4E9DC2-0942-554B-0F18-4F30F8D14456}"/>
              </a:ext>
            </a:extLst>
          </p:cNvPr>
          <p:cNvCxnSpPr>
            <a:cxnSpLocks/>
          </p:cNvCxnSpPr>
          <p:nvPr/>
        </p:nvCxnSpPr>
        <p:spPr>
          <a:xfrm>
            <a:off x="9159240" y="365506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E7FCD20-6456-3FBE-286C-8D3865DDAF83}"/>
              </a:ext>
            </a:extLst>
          </p:cNvPr>
          <p:cNvSpPr txBox="1"/>
          <p:nvPr/>
        </p:nvSpPr>
        <p:spPr>
          <a:xfrm>
            <a:off x="4682708" y="4915494"/>
            <a:ext cx="1711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endParaRPr lang="en-SG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BFE94A-83A1-647D-4D7F-70274A59DF74}"/>
              </a:ext>
            </a:extLst>
          </p:cNvPr>
          <p:cNvCxnSpPr>
            <a:cxnSpLocks/>
          </p:cNvCxnSpPr>
          <p:nvPr/>
        </p:nvCxnSpPr>
        <p:spPr>
          <a:xfrm>
            <a:off x="7406640" y="4419600"/>
            <a:ext cx="219269" cy="274320"/>
          </a:xfrm>
          <a:prstGeom prst="line">
            <a:avLst/>
          </a:prstGeom>
          <a:ln w="28575">
            <a:solidFill>
              <a:srgbClr val="C0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95EE203-2F16-3D84-099A-88D5C7E62856}"/>
              </a:ext>
            </a:extLst>
          </p:cNvPr>
          <p:cNvCxnSpPr>
            <a:cxnSpLocks/>
          </p:cNvCxnSpPr>
          <p:nvPr/>
        </p:nvCxnSpPr>
        <p:spPr>
          <a:xfrm>
            <a:off x="7625909" y="4693385"/>
            <a:ext cx="37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71BBB2-0A1F-668D-A59E-FFC8A13729F7}"/>
              </a:ext>
            </a:extLst>
          </p:cNvPr>
          <p:cNvSpPr txBox="1"/>
          <p:nvPr/>
        </p:nvSpPr>
        <p:spPr>
          <a:xfrm>
            <a:off x="7932605" y="4361248"/>
            <a:ext cx="117217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SG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PWM AC Chopper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E769BA3-A97D-C445-38D0-4C861A42769E}"/>
              </a:ext>
            </a:extLst>
          </p:cNvPr>
          <p:cNvCxnSpPr>
            <a:cxnSpLocks/>
          </p:cNvCxnSpPr>
          <p:nvPr/>
        </p:nvCxnSpPr>
        <p:spPr>
          <a:xfrm flipH="1" flipV="1">
            <a:off x="7101840" y="3524255"/>
            <a:ext cx="243081" cy="265624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C8962FB-8995-56C9-2CC9-9F557FF58A98}"/>
              </a:ext>
            </a:extLst>
          </p:cNvPr>
          <p:cNvCxnSpPr>
            <a:cxnSpLocks/>
          </p:cNvCxnSpPr>
          <p:nvPr/>
        </p:nvCxnSpPr>
        <p:spPr>
          <a:xfrm>
            <a:off x="6737417" y="3524255"/>
            <a:ext cx="37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97DD470-CAE9-AC21-23C2-2A9F28A7E746}"/>
              </a:ext>
            </a:extLst>
          </p:cNvPr>
          <p:cNvSpPr txBox="1"/>
          <p:nvPr/>
        </p:nvSpPr>
        <p:spPr>
          <a:xfrm>
            <a:off x="5518075" y="2974344"/>
            <a:ext cx="145018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IGBT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34B1EA6-78C3-6CCA-EBA5-9903E56B4D87}"/>
              </a:ext>
            </a:extLst>
          </p:cNvPr>
          <p:cNvCxnSpPr>
            <a:cxnSpLocks/>
          </p:cNvCxnSpPr>
          <p:nvPr/>
        </p:nvCxnSpPr>
        <p:spPr>
          <a:xfrm flipV="1">
            <a:off x="8721601" y="287782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ECEE25-461D-160A-0A96-68BF5CE9B0AF}"/>
              </a:ext>
            </a:extLst>
          </p:cNvPr>
          <p:cNvCxnSpPr>
            <a:cxnSpLocks/>
          </p:cNvCxnSpPr>
          <p:nvPr/>
        </p:nvCxnSpPr>
        <p:spPr>
          <a:xfrm>
            <a:off x="8877300" y="288290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723C33D-9606-1140-71D6-EAF7DD8A106B}"/>
              </a:ext>
            </a:extLst>
          </p:cNvPr>
          <p:cNvSpPr txBox="1"/>
          <p:nvPr/>
        </p:nvSpPr>
        <p:spPr>
          <a:xfrm>
            <a:off x="9159240" y="2521161"/>
            <a:ext cx="118567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SG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Arus</a:t>
            </a:r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SG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endParaRPr lang="en-SG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67DD3B4-F261-6EE4-EE6F-F632865CEAD0}"/>
              </a:ext>
            </a:extLst>
          </p:cNvPr>
          <p:cNvCxnSpPr>
            <a:cxnSpLocks/>
          </p:cNvCxnSpPr>
          <p:nvPr/>
        </p:nvCxnSpPr>
        <p:spPr>
          <a:xfrm flipH="1">
            <a:off x="5987887" y="4313905"/>
            <a:ext cx="97258" cy="274320"/>
          </a:xfrm>
          <a:prstGeom prst="line">
            <a:avLst/>
          </a:prstGeom>
          <a:ln w="28575">
            <a:solidFill>
              <a:srgbClr val="C0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14183F5-D6AB-49B6-CCF7-AD7BB768546F}"/>
              </a:ext>
            </a:extLst>
          </p:cNvPr>
          <p:cNvCxnSpPr>
            <a:cxnSpLocks/>
          </p:cNvCxnSpPr>
          <p:nvPr/>
        </p:nvCxnSpPr>
        <p:spPr>
          <a:xfrm>
            <a:off x="5611967" y="4588225"/>
            <a:ext cx="37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14FDC9D-5118-FB75-D341-235BFCCB482B}"/>
              </a:ext>
            </a:extLst>
          </p:cNvPr>
          <p:cNvSpPr txBox="1"/>
          <p:nvPr/>
        </p:nvSpPr>
        <p:spPr>
          <a:xfrm>
            <a:off x="5054593" y="4264372"/>
            <a:ext cx="1154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SG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Tekanan</a:t>
            </a:r>
            <a:endParaRPr lang="en-SG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B5FB7A3-2F22-47B3-F2B5-84826C62922C}"/>
              </a:ext>
            </a:extLst>
          </p:cNvPr>
          <p:cNvCxnSpPr>
            <a:cxnSpLocks/>
          </p:cNvCxnSpPr>
          <p:nvPr/>
        </p:nvCxnSpPr>
        <p:spPr>
          <a:xfrm flipH="1">
            <a:off x="10046716" y="1330801"/>
            <a:ext cx="235712" cy="254159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84554E5-B884-6BBE-4347-3DCD7A0BC650}"/>
              </a:ext>
            </a:extLst>
          </p:cNvPr>
          <p:cNvCxnSpPr>
            <a:cxnSpLocks/>
          </p:cNvCxnSpPr>
          <p:nvPr/>
        </p:nvCxnSpPr>
        <p:spPr>
          <a:xfrm>
            <a:off x="9670796" y="158496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0946DE4-60FB-4B89-D46C-9A5706D58FDB}"/>
              </a:ext>
            </a:extLst>
          </p:cNvPr>
          <p:cNvSpPr txBox="1"/>
          <p:nvPr/>
        </p:nvSpPr>
        <p:spPr>
          <a:xfrm>
            <a:off x="8754364" y="1529319"/>
            <a:ext cx="118567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Pompa Air</a:t>
            </a:r>
          </a:p>
        </p:txBody>
      </p:sp>
    </p:spTree>
    <p:extLst>
      <p:ext uri="{BB962C8B-B14F-4D97-AF65-F5344CB8AC3E}">
        <p14:creationId xmlns:p14="http://schemas.microsoft.com/office/powerpoint/2010/main" val="610940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FD4FF26-C5E4-6F99-157A-2BA8AC47DB23}"/>
              </a:ext>
            </a:extLst>
          </p:cNvPr>
          <p:cNvGrpSpPr/>
          <p:nvPr/>
        </p:nvGrpSpPr>
        <p:grpSpPr>
          <a:xfrm>
            <a:off x="1209581" y="1567740"/>
            <a:ext cx="4677949" cy="1722269"/>
            <a:chOff x="1209581" y="1567740"/>
            <a:chExt cx="4677949" cy="172226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5C1AE5C-47C5-8CFF-4FD6-43FB6938B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9581" y="1567740"/>
              <a:ext cx="2171888" cy="172226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3DB3F6-DD02-F98C-3545-D181E1337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6922" y="1567740"/>
              <a:ext cx="2660608" cy="172226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49CAACA-3CCC-E3CB-114D-A1F96B878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712" y="1916317"/>
            <a:ext cx="3292125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835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5F13C9-E04E-AC05-3D57-49A46D37C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562" y="1979630"/>
            <a:ext cx="4486195" cy="24792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73FB6C-5CB3-096F-E1E8-DDC299914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361" y="1451359"/>
            <a:ext cx="4076230" cy="300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C35A0C-526F-8205-B92A-9138E9429115}"/>
                  </a:ext>
                </a:extLst>
              </p:cNvPr>
              <p:cNvSpPr txBox="1"/>
              <p:nvPr/>
            </p:nvSpPr>
            <p:spPr>
              <a:xfrm flipH="1">
                <a:off x="63522" y="2369840"/>
                <a:ext cx="1464871" cy="1989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1200" b="0" i="1" smtClean="0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r>
                            <a:rPr lang="en-SG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SG" sz="1200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  <m:r>
                        <a:rPr lang="en-SG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SG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SG" sz="1200" b="0" i="1" smtClean="0">
                              <a:latin typeface="Cambria Math" panose="02040503050406030204" pitchFamily="18" charset="0"/>
                            </a:rPr>
                            <m:t>𝑎𝑐𝑡</m:t>
                          </m:r>
                        </m:sub>
                      </m:sSub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C35A0C-526F-8205-B92A-9138E9429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522" y="2369840"/>
                <a:ext cx="1464871" cy="198965"/>
              </a:xfrm>
              <a:prstGeom prst="rect">
                <a:avLst/>
              </a:prstGeom>
              <a:blipFill>
                <a:blip r:embed="rId4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C25D04-1B70-C92A-C59A-0C21C3091F14}"/>
                  </a:ext>
                </a:extLst>
              </p:cNvPr>
              <p:cNvSpPr txBox="1"/>
              <p:nvPr/>
            </p:nvSpPr>
            <p:spPr>
              <a:xfrm>
                <a:off x="623482" y="2942255"/>
                <a:ext cx="7600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C25D04-1B70-C92A-C59A-0C21C3091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82" y="2942255"/>
                <a:ext cx="760080" cy="276999"/>
              </a:xfrm>
              <a:prstGeom prst="rect">
                <a:avLst/>
              </a:prstGeom>
              <a:blipFill>
                <a:blip r:embed="rId5"/>
                <a:stretch>
                  <a:fillRect l="-6400" r="-4000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7C1D5F-26E4-2F4B-5B46-B93869E012C5}"/>
                  </a:ext>
                </a:extLst>
              </p:cNvPr>
              <p:cNvSpPr txBox="1"/>
              <p:nvPr/>
            </p:nvSpPr>
            <p:spPr>
              <a:xfrm>
                <a:off x="1003522" y="3592704"/>
                <a:ext cx="1932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7C1D5F-26E4-2F4B-5B46-B93869E01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522" y="3592704"/>
                <a:ext cx="193258" cy="276999"/>
              </a:xfrm>
              <a:prstGeom prst="rect">
                <a:avLst/>
              </a:prstGeom>
              <a:blipFill>
                <a:blip r:embed="rId6"/>
                <a:stretch>
                  <a:fillRect l="-32258" r="-29032" b="-65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9E49C4-4D61-53F1-91A9-633DFE2829FB}"/>
                  </a:ext>
                </a:extLst>
              </p:cNvPr>
              <p:cNvSpPr txBox="1"/>
              <p:nvPr/>
            </p:nvSpPr>
            <p:spPr>
              <a:xfrm>
                <a:off x="5834408" y="2927930"/>
                <a:ext cx="4878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SG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9E49C4-4D61-53F1-91A9-633DFE282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408" y="2927930"/>
                <a:ext cx="48783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638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83DD4-AA24-833D-E74C-8347577B7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653" y="1363801"/>
            <a:ext cx="7780694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103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3840AE7-40C2-44CB-1225-A4DA0F2A2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956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C369B9-EDDC-81B0-DA4F-1E245DCA2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966" y="350253"/>
            <a:ext cx="9320068" cy="615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15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17D08-8E89-1AC5-7686-AC54006B1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928" y="615452"/>
            <a:ext cx="9230144" cy="56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757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298A59-25D5-11B7-1B71-316656DC0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87" y="997153"/>
            <a:ext cx="3657601" cy="205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316589-7F8C-4EF5-6E59-5C51A9B4C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430" y="3898698"/>
            <a:ext cx="3806820" cy="2119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85D9DE-C927-91A2-06F8-6E6F597E9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87" y="3876376"/>
            <a:ext cx="3657601" cy="21413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8A1B6F-DF62-6EC6-BC12-7D872FDCBB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430" y="997153"/>
            <a:ext cx="3806820" cy="20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200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BB9BCE-B4FD-51F3-D3DD-CAF011231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68" y="1330528"/>
            <a:ext cx="8659437" cy="46800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E93C62F-E5FB-8DC7-2CEA-E6FD4B4F4A8E}"/>
              </a:ext>
            </a:extLst>
          </p:cNvPr>
          <p:cNvCxnSpPr>
            <a:cxnSpLocks/>
          </p:cNvCxnSpPr>
          <p:nvPr/>
        </p:nvCxnSpPr>
        <p:spPr>
          <a:xfrm flipV="1">
            <a:off x="4842319" y="3036356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773F56D-1BF1-27F2-4F56-305EAE199DDE}"/>
              </a:ext>
            </a:extLst>
          </p:cNvPr>
          <p:cNvCxnSpPr>
            <a:cxnSpLocks/>
          </p:cNvCxnSpPr>
          <p:nvPr/>
        </p:nvCxnSpPr>
        <p:spPr>
          <a:xfrm>
            <a:off x="4998018" y="3036356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82D2D7-7762-F1BE-3E95-B0C450E68D79}"/>
              </a:ext>
            </a:extLst>
          </p:cNvPr>
          <p:cNvCxnSpPr>
            <a:cxnSpLocks/>
          </p:cNvCxnSpPr>
          <p:nvPr/>
        </p:nvCxnSpPr>
        <p:spPr>
          <a:xfrm flipV="1">
            <a:off x="2878331" y="2580707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A6FC75F-A611-8215-D891-19950F7BF6AA}"/>
              </a:ext>
            </a:extLst>
          </p:cNvPr>
          <p:cNvCxnSpPr>
            <a:cxnSpLocks/>
          </p:cNvCxnSpPr>
          <p:nvPr/>
        </p:nvCxnSpPr>
        <p:spPr>
          <a:xfrm>
            <a:off x="3034030" y="2580707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F92A576-3AEA-C2BA-9563-BB4E62A3FC03}"/>
              </a:ext>
            </a:extLst>
          </p:cNvPr>
          <p:cNvCxnSpPr>
            <a:cxnSpLocks/>
          </p:cNvCxnSpPr>
          <p:nvPr/>
        </p:nvCxnSpPr>
        <p:spPr>
          <a:xfrm flipH="1">
            <a:off x="5106393" y="5158202"/>
            <a:ext cx="134620" cy="25273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45EFDAC-C97A-92AB-3DC7-3B88546D4BB0}"/>
              </a:ext>
            </a:extLst>
          </p:cNvPr>
          <p:cNvCxnSpPr>
            <a:cxnSpLocks/>
          </p:cNvCxnSpPr>
          <p:nvPr/>
        </p:nvCxnSpPr>
        <p:spPr>
          <a:xfrm>
            <a:off x="4730473" y="5410932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6C145E5-B335-24D5-A2F4-5BD2F6CEB404}"/>
              </a:ext>
            </a:extLst>
          </p:cNvPr>
          <p:cNvCxnSpPr>
            <a:cxnSpLocks/>
          </p:cNvCxnSpPr>
          <p:nvPr/>
        </p:nvCxnSpPr>
        <p:spPr>
          <a:xfrm flipV="1">
            <a:off x="7100324" y="2655885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9972C4-5BC5-A874-6D81-2A2C3FCDF999}"/>
              </a:ext>
            </a:extLst>
          </p:cNvPr>
          <p:cNvCxnSpPr>
            <a:cxnSpLocks/>
          </p:cNvCxnSpPr>
          <p:nvPr/>
        </p:nvCxnSpPr>
        <p:spPr>
          <a:xfrm>
            <a:off x="7256023" y="2674418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3B4C430-DFEC-26E4-1EE8-42DDB0333316}"/>
              </a:ext>
            </a:extLst>
          </p:cNvPr>
          <p:cNvCxnSpPr>
            <a:cxnSpLocks/>
          </p:cNvCxnSpPr>
          <p:nvPr/>
        </p:nvCxnSpPr>
        <p:spPr>
          <a:xfrm flipV="1">
            <a:off x="8430771" y="3481446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490F8DB-658B-3937-C3C6-F32F2A5E0019}"/>
              </a:ext>
            </a:extLst>
          </p:cNvPr>
          <p:cNvCxnSpPr>
            <a:cxnSpLocks/>
          </p:cNvCxnSpPr>
          <p:nvPr/>
        </p:nvCxnSpPr>
        <p:spPr>
          <a:xfrm>
            <a:off x="8586470" y="3481446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A0614F6-FA63-6638-8AE8-98995C0387AC}"/>
              </a:ext>
            </a:extLst>
          </p:cNvPr>
          <p:cNvCxnSpPr>
            <a:cxnSpLocks/>
          </p:cNvCxnSpPr>
          <p:nvPr/>
        </p:nvCxnSpPr>
        <p:spPr>
          <a:xfrm flipV="1">
            <a:off x="6595241" y="5428213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C4C1A7-F3C4-18B4-553D-699182E56933}"/>
              </a:ext>
            </a:extLst>
          </p:cNvPr>
          <p:cNvCxnSpPr>
            <a:cxnSpLocks/>
          </p:cNvCxnSpPr>
          <p:nvPr/>
        </p:nvCxnSpPr>
        <p:spPr>
          <a:xfrm>
            <a:off x="6731255" y="5428213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F205214-B6BB-B125-73D5-114808CA2EE0}"/>
              </a:ext>
            </a:extLst>
          </p:cNvPr>
          <p:cNvCxnSpPr>
            <a:cxnSpLocks/>
          </p:cNvCxnSpPr>
          <p:nvPr/>
        </p:nvCxnSpPr>
        <p:spPr>
          <a:xfrm>
            <a:off x="8965099" y="5017344"/>
            <a:ext cx="187960" cy="20251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EA5FCA-5D3D-DEE5-EAF8-E823D12AC2AA}"/>
              </a:ext>
            </a:extLst>
          </p:cNvPr>
          <p:cNvCxnSpPr>
            <a:cxnSpLocks/>
          </p:cNvCxnSpPr>
          <p:nvPr/>
        </p:nvCxnSpPr>
        <p:spPr>
          <a:xfrm>
            <a:off x="9153059" y="5220363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D083CBD-ED40-7D65-ED26-17FE6DB474DF}"/>
              </a:ext>
            </a:extLst>
          </p:cNvPr>
          <p:cNvCxnSpPr>
            <a:cxnSpLocks/>
          </p:cNvCxnSpPr>
          <p:nvPr/>
        </p:nvCxnSpPr>
        <p:spPr>
          <a:xfrm>
            <a:off x="7107175" y="4634146"/>
            <a:ext cx="195069" cy="198196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B51CB3D-0DFF-25A0-1ECB-F078BFEB870C}"/>
              </a:ext>
            </a:extLst>
          </p:cNvPr>
          <p:cNvCxnSpPr>
            <a:cxnSpLocks/>
          </p:cNvCxnSpPr>
          <p:nvPr/>
        </p:nvCxnSpPr>
        <p:spPr>
          <a:xfrm>
            <a:off x="7302244" y="4832342"/>
            <a:ext cx="41656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F516D01-ABEB-513F-437D-8AEF3880236A}"/>
              </a:ext>
            </a:extLst>
          </p:cNvPr>
          <p:cNvSpPr txBox="1"/>
          <p:nvPr/>
        </p:nvSpPr>
        <p:spPr>
          <a:xfrm>
            <a:off x="3259053" y="2321016"/>
            <a:ext cx="198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85BCD1-5EB1-C5B0-3180-078CDDC80AEF}"/>
              </a:ext>
            </a:extLst>
          </p:cNvPr>
          <p:cNvSpPr txBox="1"/>
          <p:nvPr/>
        </p:nvSpPr>
        <p:spPr>
          <a:xfrm>
            <a:off x="5101213" y="2779225"/>
            <a:ext cx="1007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263B63-D4A4-7D5A-6B9E-588ADB01D8AC}"/>
              </a:ext>
            </a:extLst>
          </p:cNvPr>
          <p:cNvSpPr txBox="1"/>
          <p:nvPr/>
        </p:nvSpPr>
        <p:spPr>
          <a:xfrm>
            <a:off x="3513018" y="5262277"/>
            <a:ext cx="1383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Breaker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BFA10E-4F7F-2201-9E8E-8E2FA87F4B72}"/>
              </a:ext>
            </a:extLst>
          </p:cNvPr>
          <p:cNvSpPr txBox="1"/>
          <p:nvPr/>
        </p:nvSpPr>
        <p:spPr>
          <a:xfrm>
            <a:off x="7075715" y="5270620"/>
            <a:ext cx="1316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endParaRPr lang="en-SG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D62E52-3A5C-64E1-08F4-464C286947EA}"/>
              </a:ext>
            </a:extLst>
          </p:cNvPr>
          <p:cNvSpPr txBox="1"/>
          <p:nvPr/>
        </p:nvSpPr>
        <p:spPr>
          <a:xfrm>
            <a:off x="7311511" y="4475292"/>
            <a:ext cx="1462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AC Chopper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282745-E7A4-8CB0-F58E-5311CAB4C83F}"/>
              </a:ext>
            </a:extLst>
          </p:cNvPr>
          <p:cNvSpPr txBox="1"/>
          <p:nvPr/>
        </p:nvSpPr>
        <p:spPr>
          <a:xfrm>
            <a:off x="8962390" y="3234874"/>
            <a:ext cx="100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Arus</a:t>
            </a:r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endParaRPr lang="en-S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48E57F-5698-ED94-2F90-DCE6AE0F217D}"/>
              </a:ext>
            </a:extLst>
          </p:cNvPr>
          <p:cNvSpPr txBox="1"/>
          <p:nvPr/>
        </p:nvSpPr>
        <p:spPr>
          <a:xfrm>
            <a:off x="7204710" y="2397419"/>
            <a:ext cx="13048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0348384-273F-5F45-9D1A-7CAE2EA8AE10}"/>
              </a:ext>
            </a:extLst>
          </p:cNvPr>
          <p:cNvSpPr txBox="1"/>
          <p:nvPr/>
        </p:nvSpPr>
        <p:spPr>
          <a:xfrm>
            <a:off x="9362433" y="4942855"/>
            <a:ext cx="1007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endParaRPr lang="en-S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277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5D16D6-E093-1C19-E45B-3EC1563B2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68" y="1330528"/>
            <a:ext cx="8659437" cy="4680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636751-CDE9-6E9A-8FD1-94CE61972E79}"/>
              </a:ext>
            </a:extLst>
          </p:cNvPr>
          <p:cNvCxnSpPr>
            <a:cxnSpLocks/>
          </p:cNvCxnSpPr>
          <p:nvPr/>
        </p:nvCxnSpPr>
        <p:spPr>
          <a:xfrm flipV="1">
            <a:off x="4842319" y="3036356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8BD197-A7B3-EB7A-70F6-271969660C63}"/>
              </a:ext>
            </a:extLst>
          </p:cNvPr>
          <p:cNvCxnSpPr>
            <a:cxnSpLocks/>
          </p:cNvCxnSpPr>
          <p:nvPr/>
        </p:nvCxnSpPr>
        <p:spPr>
          <a:xfrm>
            <a:off x="4998018" y="3036356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94E143-0BDF-A4B4-E0CC-D83164020425}"/>
              </a:ext>
            </a:extLst>
          </p:cNvPr>
          <p:cNvCxnSpPr>
            <a:cxnSpLocks/>
          </p:cNvCxnSpPr>
          <p:nvPr/>
        </p:nvCxnSpPr>
        <p:spPr>
          <a:xfrm flipV="1">
            <a:off x="2878331" y="2580707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FF30DB-EE7C-AE64-1CBF-6D1AAD0D6202}"/>
              </a:ext>
            </a:extLst>
          </p:cNvPr>
          <p:cNvCxnSpPr>
            <a:cxnSpLocks/>
          </p:cNvCxnSpPr>
          <p:nvPr/>
        </p:nvCxnSpPr>
        <p:spPr>
          <a:xfrm>
            <a:off x="3034030" y="2580707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38ADCB-FB48-9654-F36B-DB2D63792A2A}"/>
              </a:ext>
            </a:extLst>
          </p:cNvPr>
          <p:cNvCxnSpPr>
            <a:cxnSpLocks/>
          </p:cNvCxnSpPr>
          <p:nvPr/>
        </p:nvCxnSpPr>
        <p:spPr>
          <a:xfrm flipH="1">
            <a:off x="5106393" y="5158202"/>
            <a:ext cx="134620" cy="25273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43E7C-A431-C202-DF22-46BB21BE7EEB}"/>
              </a:ext>
            </a:extLst>
          </p:cNvPr>
          <p:cNvCxnSpPr>
            <a:cxnSpLocks/>
          </p:cNvCxnSpPr>
          <p:nvPr/>
        </p:nvCxnSpPr>
        <p:spPr>
          <a:xfrm>
            <a:off x="4730473" y="5410932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1113FF-823C-54C8-5633-89E1E24809F8}"/>
              </a:ext>
            </a:extLst>
          </p:cNvPr>
          <p:cNvCxnSpPr>
            <a:cxnSpLocks/>
          </p:cNvCxnSpPr>
          <p:nvPr/>
        </p:nvCxnSpPr>
        <p:spPr>
          <a:xfrm flipV="1">
            <a:off x="7100324" y="2655885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1E2FCC-F2D8-D759-E423-8FF5E60979AC}"/>
              </a:ext>
            </a:extLst>
          </p:cNvPr>
          <p:cNvCxnSpPr>
            <a:cxnSpLocks/>
          </p:cNvCxnSpPr>
          <p:nvPr/>
        </p:nvCxnSpPr>
        <p:spPr>
          <a:xfrm>
            <a:off x="7256023" y="2674418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B5E5CD-CAE5-6C04-9B23-5417BDFF099B}"/>
              </a:ext>
            </a:extLst>
          </p:cNvPr>
          <p:cNvCxnSpPr>
            <a:cxnSpLocks/>
          </p:cNvCxnSpPr>
          <p:nvPr/>
        </p:nvCxnSpPr>
        <p:spPr>
          <a:xfrm flipV="1">
            <a:off x="8430771" y="3481446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8F4F64-60D4-E204-CFEE-B22FC4691A30}"/>
              </a:ext>
            </a:extLst>
          </p:cNvPr>
          <p:cNvCxnSpPr>
            <a:cxnSpLocks/>
          </p:cNvCxnSpPr>
          <p:nvPr/>
        </p:nvCxnSpPr>
        <p:spPr>
          <a:xfrm>
            <a:off x="8586470" y="3481446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B82728-B38F-D6B7-C09D-42604D071148}"/>
              </a:ext>
            </a:extLst>
          </p:cNvPr>
          <p:cNvCxnSpPr>
            <a:cxnSpLocks/>
          </p:cNvCxnSpPr>
          <p:nvPr/>
        </p:nvCxnSpPr>
        <p:spPr>
          <a:xfrm flipV="1">
            <a:off x="6595241" y="5428213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ED85FB-54E5-36BA-02B5-9CFCCC8E37A5}"/>
              </a:ext>
            </a:extLst>
          </p:cNvPr>
          <p:cNvCxnSpPr>
            <a:cxnSpLocks/>
          </p:cNvCxnSpPr>
          <p:nvPr/>
        </p:nvCxnSpPr>
        <p:spPr>
          <a:xfrm>
            <a:off x="6731255" y="5428213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F0DCE8-9AEB-24D5-D8AA-B356F612811B}"/>
              </a:ext>
            </a:extLst>
          </p:cNvPr>
          <p:cNvCxnSpPr>
            <a:cxnSpLocks/>
          </p:cNvCxnSpPr>
          <p:nvPr/>
        </p:nvCxnSpPr>
        <p:spPr>
          <a:xfrm>
            <a:off x="8965099" y="5017344"/>
            <a:ext cx="187960" cy="20251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66EFAD-CE41-4724-DFB7-AF4F8ED1A168}"/>
              </a:ext>
            </a:extLst>
          </p:cNvPr>
          <p:cNvCxnSpPr>
            <a:cxnSpLocks/>
          </p:cNvCxnSpPr>
          <p:nvPr/>
        </p:nvCxnSpPr>
        <p:spPr>
          <a:xfrm>
            <a:off x="9153059" y="5220363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A39594-9907-EF51-408F-728664BCC1F3}"/>
              </a:ext>
            </a:extLst>
          </p:cNvPr>
          <p:cNvCxnSpPr>
            <a:cxnSpLocks/>
          </p:cNvCxnSpPr>
          <p:nvPr/>
        </p:nvCxnSpPr>
        <p:spPr>
          <a:xfrm>
            <a:off x="7107175" y="4634146"/>
            <a:ext cx="195069" cy="198196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310148-66FA-CD87-52E4-0FC7DA533651}"/>
              </a:ext>
            </a:extLst>
          </p:cNvPr>
          <p:cNvCxnSpPr>
            <a:cxnSpLocks/>
          </p:cNvCxnSpPr>
          <p:nvPr/>
        </p:nvCxnSpPr>
        <p:spPr>
          <a:xfrm>
            <a:off x="7302244" y="4832342"/>
            <a:ext cx="41656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47774F-3D08-646D-9964-C63859ACF503}"/>
              </a:ext>
            </a:extLst>
          </p:cNvPr>
          <p:cNvSpPr txBox="1"/>
          <p:nvPr/>
        </p:nvSpPr>
        <p:spPr>
          <a:xfrm>
            <a:off x="3189729" y="2252094"/>
            <a:ext cx="198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4F3A37-C173-1533-FD40-D3085A05D3BA}"/>
              </a:ext>
            </a:extLst>
          </p:cNvPr>
          <p:cNvSpPr txBox="1"/>
          <p:nvPr/>
        </p:nvSpPr>
        <p:spPr>
          <a:xfrm>
            <a:off x="5038606" y="2714444"/>
            <a:ext cx="100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427B0B-AA8A-DA4F-CF97-39124CF769C7}"/>
              </a:ext>
            </a:extLst>
          </p:cNvPr>
          <p:cNvSpPr txBox="1"/>
          <p:nvPr/>
        </p:nvSpPr>
        <p:spPr>
          <a:xfrm>
            <a:off x="3309843" y="5358195"/>
            <a:ext cx="170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Breaker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C111A2-4B20-475B-459E-C10A55554993}"/>
              </a:ext>
            </a:extLst>
          </p:cNvPr>
          <p:cNvSpPr txBox="1"/>
          <p:nvPr/>
        </p:nvSpPr>
        <p:spPr>
          <a:xfrm>
            <a:off x="7062951" y="5282320"/>
            <a:ext cx="1641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endParaRPr lang="en-SG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D13979-09B4-CE5A-3564-6AF5E3F46E98}"/>
              </a:ext>
            </a:extLst>
          </p:cNvPr>
          <p:cNvSpPr txBox="1"/>
          <p:nvPr/>
        </p:nvSpPr>
        <p:spPr>
          <a:xfrm>
            <a:off x="7383555" y="4258240"/>
            <a:ext cx="1462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AC Chopper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92C531-D52C-7C33-A1DA-B8968D8F9978}"/>
              </a:ext>
            </a:extLst>
          </p:cNvPr>
          <p:cNvSpPr txBox="1"/>
          <p:nvPr/>
        </p:nvSpPr>
        <p:spPr>
          <a:xfrm>
            <a:off x="9013703" y="3065947"/>
            <a:ext cx="1181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SG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Arus</a:t>
            </a:r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SG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endParaRPr lang="en-SG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8823CE-9109-4A01-FFEB-A254DF8C5499}"/>
              </a:ext>
            </a:extLst>
          </p:cNvPr>
          <p:cNvSpPr txBox="1"/>
          <p:nvPr/>
        </p:nvSpPr>
        <p:spPr>
          <a:xfrm>
            <a:off x="7256023" y="2317330"/>
            <a:ext cx="1757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C150F-17EE-15D3-5B11-E9229221B750}"/>
              </a:ext>
            </a:extLst>
          </p:cNvPr>
          <p:cNvSpPr txBox="1"/>
          <p:nvPr/>
        </p:nvSpPr>
        <p:spPr>
          <a:xfrm>
            <a:off x="9310146" y="5231499"/>
            <a:ext cx="1007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endParaRPr lang="en-SG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F91D1F-53E6-58E8-FF7C-9814C1167418}"/>
              </a:ext>
            </a:extLst>
          </p:cNvPr>
          <p:cNvSpPr txBox="1"/>
          <p:nvPr/>
        </p:nvSpPr>
        <p:spPr>
          <a:xfrm>
            <a:off x="247650" y="257175"/>
            <a:ext cx="201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Gambar </a:t>
            </a:r>
            <a:r>
              <a:rPr lang="en-SG" dirty="0" err="1"/>
              <a:t>jurnal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65523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754029-5A18-B4FE-8A35-C215EDF97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557" y="1327250"/>
            <a:ext cx="8320003" cy="4680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59745E7-0E64-DC05-26DD-74634A21F52B}"/>
              </a:ext>
            </a:extLst>
          </p:cNvPr>
          <p:cNvCxnSpPr>
            <a:cxnSpLocks/>
          </p:cNvCxnSpPr>
          <p:nvPr/>
        </p:nvCxnSpPr>
        <p:spPr>
          <a:xfrm flipV="1">
            <a:off x="4166111" y="1948247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E6266A-45E4-770D-9516-D5C95562B8E1}"/>
              </a:ext>
            </a:extLst>
          </p:cNvPr>
          <p:cNvCxnSpPr>
            <a:cxnSpLocks/>
          </p:cNvCxnSpPr>
          <p:nvPr/>
        </p:nvCxnSpPr>
        <p:spPr>
          <a:xfrm>
            <a:off x="4321810" y="1948247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6C6B14-B8F5-5B44-7C86-F23D6870DEC3}"/>
              </a:ext>
            </a:extLst>
          </p:cNvPr>
          <p:cNvCxnSpPr>
            <a:cxnSpLocks/>
          </p:cNvCxnSpPr>
          <p:nvPr/>
        </p:nvCxnSpPr>
        <p:spPr>
          <a:xfrm flipV="1">
            <a:off x="9300824" y="2870267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B508A4-7225-873A-CB48-082275B72CB1}"/>
              </a:ext>
            </a:extLst>
          </p:cNvPr>
          <p:cNvCxnSpPr>
            <a:cxnSpLocks/>
          </p:cNvCxnSpPr>
          <p:nvPr/>
        </p:nvCxnSpPr>
        <p:spPr>
          <a:xfrm>
            <a:off x="9456523" y="2870267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588C42-3B7A-192F-280C-41177E36B22C}"/>
              </a:ext>
            </a:extLst>
          </p:cNvPr>
          <p:cNvCxnSpPr>
            <a:cxnSpLocks/>
          </p:cNvCxnSpPr>
          <p:nvPr/>
        </p:nvCxnSpPr>
        <p:spPr>
          <a:xfrm flipV="1">
            <a:off x="6313784" y="2390207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ECB66A-B4BB-EE7E-0420-0452B64BF838}"/>
              </a:ext>
            </a:extLst>
          </p:cNvPr>
          <p:cNvCxnSpPr>
            <a:cxnSpLocks/>
          </p:cNvCxnSpPr>
          <p:nvPr/>
        </p:nvCxnSpPr>
        <p:spPr>
          <a:xfrm>
            <a:off x="6469483" y="2390207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F9B9AE-3A30-8F0E-7420-2D24F5C3F77D}"/>
              </a:ext>
            </a:extLst>
          </p:cNvPr>
          <p:cNvSpPr txBox="1"/>
          <p:nvPr/>
        </p:nvSpPr>
        <p:spPr>
          <a:xfrm>
            <a:off x="4697730" y="1585841"/>
            <a:ext cx="1410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Pengukuran</a:t>
            </a:r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Intensitas</a:t>
            </a:r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Cahaya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E2B9F-0826-CE65-8B13-B8672783934E}"/>
              </a:ext>
            </a:extLst>
          </p:cNvPr>
          <p:cNvSpPr txBox="1"/>
          <p:nvPr/>
        </p:nvSpPr>
        <p:spPr>
          <a:xfrm>
            <a:off x="6686962" y="2113208"/>
            <a:ext cx="850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endParaRPr lang="en-S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E7795-D72F-A77E-ED2F-9D918CC49CE2}"/>
              </a:ext>
            </a:extLst>
          </p:cNvPr>
          <p:cNvSpPr txBox="1"/>
          <p:nvPr/>
        </p:nvSpPr>
        <p:spPr>
          <a:xfrm>
            <a:off x="9547963" y="2588725"/>
            <a:ext cx="1035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Multimeter</a:t>
            </a:r>
            <a:endParaRPr lang="en-S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9510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693F6-9624-6EC0-6027-1D0B4D4D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B53D54-77D6-B091-3ADF-6042CEAC4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557" y="1327250"/>
            <a:ext cx="8320003" cy="4680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BEB055-BEA2-FB00-249D-A49121A814BC}"/>
              </a:ext>
            </a:extLst>
          </p:cNvPr>
          <p:cNvCxnSpPr>
            <a:cxnSpLocks/>
          </p:cNvCxnSpPr>
          <p:nvPr/>
        </p:nvCxnSpPr>
        <p:spPr>
          <a:xfrm flipV="1">
            <a:off x="4166111" y="1948247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69FFEA-6B48-2784-3C5D-42FA209C9D5D}"/>
              </a:ext>
            </a:extLst>
          </p:cNvPr>
          <p:cNvCxnSpPr>
            <a:cxnSpLocks/>
          </p:cNvCxnSpPr>
          <p:nvPr/>
        </p:nvCxnSpPr>
        <p:spPr>
          <a:xfrm>
            <a:off x="4321810" y="1948247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B094AB-43A1-CCE1-CBC2-72589162C762}"/>
              </a:ext>
            </a:extLst>
          </p:cNvPr>
          <p:cNvCxnSpPr>
            <a:cxnSpLocks/>
          </p:cNvCxnSpPr>
          <p:nvPr/>
        </p:nvCxnSpPr>
        <p:spPr>
          <a:xfrm flipV="1">
            <a:off x="9300824" y="2870267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B71ECA-6C77-5577-DA53-A2FF6A4FFFCB}"/>
              </a:ext>
            </a:extLst>
          </p:cNvPr>
          <p:cNvCxnSpPr>
            <a:cxnSpLocks/>
          </p:cNvCxnSpPr>
          <p:nvPr/>
        </p:nvCxnSpPr>
        <p:spPr>
          <a:xfrm>
            <a:off x="9456523" y="2870267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011F4A-B560-3A2B-4CBF-8191C8F7E410}"/>
              </a:ext>
            </a:extLst>
          </p:cNvPr>
          <p:cNvCxnSpPr>
            <a:cxnSpLocks/>
          </p:cNvCxnSpPr>
          <p:nvPr/>
        </p:nvCxnSpPr>
        <p:spPr>
          <a:xfrm flipV="1">
            <a:off x="6313784" y="2390207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3BA16-EABA-838A-41A3-E0E2ABF218E8}"/>
              </a:ext>
            </a:extLst>
          </p:cNvPr>
          <p:cNvCxnSpPr>
            <a:cxnSpLocks/>
          </p:cNvCxnSpPr>
          <p:nvPr/>
        </p:nvCxnSpPr>
        <p:spPr>
          <a:xfrm>
            <a:off x="6469483" y="2390207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F5C55D4-5749-44A8-55F9-E8E31480CCD0}"/>
              </a:ext>
            </a:extLst>
          </p:cNvPr>
          <p:cNvSpPr txBox="1"/>
          <p:nvPr/>
        </p:nvSpPr>
        <p:spPr>
          <a:xfrm>
            <a:off x="4697730" y="1585841"/>
            <a:ext cx="1410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Pengukuran</a:t>
            </a:r>
            <a:r>
              <a:rPr lang="en-SG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Intensitas</a:t>
            </a:r>
            <a:r>
              <a:rPr lang="en-SG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Cahaya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2314C4-AEEB-075E-E075-F1D46E905141}"/>
              </a:ext>
            </a:extLst>
          </p:cNvPr>
          <p:cNvSpPr txBox="1"/>
          <p:nvPr/>
        </p:nvSpPr>
        <p:spPr>
          <a:xfrm>
            <a:off x="6469483" y="2020874"/>
            <a:ext cx="141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E10149-1FC4-C75C-0F16-5648BFDE2E10}"/>
              </a:ext>
            </a:extLst>
          </p:cNvPr>
          <p:cNvSpPr txBox="1"/>
          <p:nvPr/>
        </p:nvSpPr>
        <p:spPr>
          <a:xfrm>
            <a:off x="9282663" y="2479771"/>
            <a:ext cx="158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Multimeter</a:t>
            </a:r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1378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0C8087-76F3-086A-7A89-504CA4B77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179" y="1450772"/>
            <a:ext cx="8407641" cy="4680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133C26-77D1-057C-F7E2-229FA930C21F}"/>
              </a:ext>
            </a:extLst>
          </p:cNvPr>
          <p:cNvCxnSpPr>
            <a:cxnSpLocks/>
          </p:cNvCxnSpPr>
          <p:nvPr/>
        </p:nvCxnSpPr>
        <p:spPr>
          <a:xfrm flipV="1">
            <a:off x="4258186" y="2643505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3221CD-9330-F47E-30E8-C2F22F79B782}"/>
              </a:ext>
            </a:extLst>
          </p:cNvPr>
          <p:cNvCxnSpPr>
            <a:cxnSpLocks/>
          </p:cNvCxnSpPr>
          <p:nvPr/>
        </p:nvCxnSpPr>
        <p:spPr>
          <a:xfrm>
            <a:off x="4413885" y="2643505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EB1D7F-4E3D-4F91-85BF-CA92108B7284}"/>
              </a:ext>
            </a:extLst>
          </p:cNvPr>
          <p:cNvCxnSpPr>
            <a:cxnSpLocks/>
          </p:cNvCxnSpPr>
          <p:nvPr/>
        </p:nvCxnSpPr>
        <p:spPr>
          <a:xfrm flipV="1">
            <a:off x="2629411" y="206248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69EC62-4075-20E4-C441-A271B652AEDC}"/>
              </a:ext>
            </a:extLst>
          </p:cNvPr>
          <p:cNvCxnSpPr>
            <a:cxnSpLocks/>
          </p:cNvCxnSpPr>
          <p:nvPr/>
        </p:nvCxnSpPr>
        <p:spPr>
          <a:xfrm>
            <a:off x="2785110" y="206248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417AA2-F66A-0754-E526-A97839DB724B}"/>
              </a:ext>
            </a:extLst>
          </p:cNvPr>
          <p:cNvCxnSpPr>
            <a:cxnSpLocks/>
          </p:cNvCxnSpPr>
          <p:nvPr/>
        </p:nvCxnSpPr>
        <p:spPr>
          <a:xfrm flipH="1">
            <a:off x="4789805" y="4972050"/>
            <a:ext cx="134620" cy="25273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829448-4CEC-4A69-F4DF-23784192E703}"/>
              </a:ext>
            </a:extLst>
          </p:cNvPr>
          <p:cNvCxnSpPr>
            <a:cxnSpLocks/>
          </p:cNvCxnSpPr>
          <p:nvPr/>
        </p:nvCxnSpPr>
        <p:spPr>
          <a:xfrm>
            <a:off x="4413885" y="522478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3618A5-55FC-9471-A06F-21AC91BBBC69}"/>
              </a:ext>
            </a:extLst>
          </p:cNvPr>
          <p:cNvCxnSpPr>
            <a:cxnSpLocks/>
          </p:cNvCxnSpPr>
          <p:nvPr/>
        </p:nvCxnSpPr>
        <p:spPr>
          <a:xfrm flipV="1">
            <a:off x="7049011" y="2260998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D4328C-4307-5770-77D5-815FC77CAC48}"/>
              </a:ext>
            </a:extLst>
          </p:cNvPr>
          <p:cNvCxnSpPr>
            <a:cxnSpLocks/>
          </p:cNvCxnSpPr>
          <p:nvPr/>
        </p:nvCxnSpPr>
        <p:spPr>
          <a:xfrm>
            <a:off x="7204710" y="2260998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4F8D309-84B9-68AD-1A92-1D743B85F940}"/>
              </a:ext>
            </a:extLst>
          </p:cNvPr>
          <p:cNvCxnSpPr>
            <a:cxnSpLocks/>
          </p:cNvCxnSpPr>
          <p:nvPr/>
        </p:nvCxnSpPr>
        <p:spPr>
          <a:xfrm flipV="1">
            <a:off x="8054851" y="3299968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BCE656-A8FA-3C45-7998-4F4DBFA61C26}"/>
              </a:ext>
            </a:extLst>
          </p:cNvPr>
          <p:cNvCxnSpPr>
            <a:cxnSpLocks/>
          </p:cNvCxnSpPr>
          <p:nvPr/>
        </p:nvCxnSpPr>
        <p:spPr>
          <a:xfrm>
            <a:off x="8210550" y="3299968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48F223-5285-DB0B-8277-EE55030F5FD6}"/>
              </a:ext>
            </a:extLst>
          </p:cNvPr>
          <p:cNvCxnSpPr>
            <a:cxnSpLocks/>
          </p:cNvCxnSpPr>
          <p:nvPr/>
        </p:nvCxnSpPr>
        <p:spPr>
          <a:xfrm flipV="1">
            <a:off x="8242811" y="4183888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24276B-8346-6699-C154-9A9484F851AE}"/>
              </a:ext>
            </a:extLst>
          </p:cNvPr>
          <p:cNvCxnSpPr>
            <a:cxnSpLocks/>
          </p:cNvCxnSpPr>
          <p:nvPr/>
        </p:nvCxnSpPr>
        <p:spPr>
          <a:xfrm>
            <a:off x="8398510" y="4183888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65D8B0-7D25-9079-FFD0-9F9DE7ABEA67}"/>
              </a:ext>
            </a:extLst>
          </p:cNvPr>
          <p:cNvCxnSpPr>
            <a:cxnSpLocks/>
          </p:cNvCxnSpPr>
          <p:nvPr/>
        </p:nvCxnSpPr>
        <p:spPr>
          <a:xfrm flipV="1">
            <a:off x="6517392" y="520871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E62C5C-60ED-6542-FD4F-0D1215A62613}"/>
              </a:ext>
            </a:extLst>
          </p:cNvPr>
          <p:cNvCxnSpPr>
            <a:cxnSpLocks/>
          </p:cNvCxnSpPr>
          <p:nvPr/>
        </p:nvCxnSpPr>
        <p:spPr>
          <a:xfrm>
            <a:off x="6673091" y="520871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0ADFD4-4643-6D0A-86A5-D967F82BF732}"/>
              </a:ext>
            </a:extLst>
          </p:cNvPr>
          <p:cNvCxnSpPr>
            <a:cxnSpLocks/>
          </p:cNvCxnSpPr>
          <p:nvPr/>
        </p:nvCxnSpPr>
        <p:spPr>
          <a:xfrm flipH="1" flipV="1">
            <a:off x="9312910" y="2495773"/>
            <a:ext cx="187960" cy="221239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C9219D3-FDE3-2C4A-C032-938322830633}"/>
              </a:ext>
            </a:extLst>
          </p:cNvPr>
          <p:cNvCxnSpPr>
            <a:cxnSpLocks/>
          </p:cNvCxnSpPr>
          <p:nvPr/>
        </p:nvCxnSpPr>
        <p:spPr>
          <a:xfrm>
            <a:off x="8936990" y="2495773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6831DF-B9C6-6AE4-49C3-E5F30444A823}"/>
              </a:ext>
            </a:extLst>
          </p:cNvPr>
          <p:cNvCxnSpPr>
            <a:cxnSpLocks/>
          </p:cNvCxnSpPr>
          <p:nvPr/>
        </p:nvCxnSpPr>
        <p:spPr>
          <a:xfrm>
            <a:off x="6673091" y="4683684"/>
            <a:ext cx="195069" cy="198196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737E2E-2A7B-03D9-9247-EE027F96A69D}"/>
              </a:ext>
            </a:extLst>
          </p:cNvPr>
          <p:cNvCxnSpPr>
            <a:cxnSpLocks/>
          </p:cNvCxnSpPr>
          <p:nvPr/>
        </p:nvCxnSpPr>
        <p:spPr>
          <a:xfrm>
            <a:off x="6873240" y="4881880"/>
            <a:ext cx="41656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BDC236-E3D8-FADB-4C6F-604F338CD509}"/>
              </a:ext>
            </a:extLst>
          </p:cNvPr>
          <p:cNvCxnSpPr>
            <a:cxnSpLocks/>
          </p:cNvCxnSpPr>
          <p:nvPr/>
        </p:nvCxnSpPr>
        <p:spPr>
          <a:xfrm flipH="1" flipV="1">
            <a:off x="5796280" y="3739972"/>
            <a:ext cx="150371" cy="294179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A2DD48-B3D1-F649-C35F-A11F42F79184}"/>
              </a:ext>
            </a:extLst>
          </p:cNvPr>
          <p:cNvCxnSpPr>
            <a:cxnSpLocks/>
          </p:cNvCxnSpPr>
          <p:nvPr/>
        </p:nvCxnSpPr>
        <p:spPr>
          <a:xfrm>
            <a:off x="5379720" y="3739972"/>
            <a:ext cx="41656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19F43BF-1902-023A-6862-185D98C8BC6C}"/>
              </a:ext>
            </a:extLst>
          </p:cNvPr>
          <p:cNvSpPr txBox="1"/>
          <p:nvPr/>
        </p:nvSpPr>
        <p:spPr>
          <a:xfrm>
            <a:off x="3119253" y="1908639"/>
            <a:ext cx="198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FFE7F1-1B08-552C-4295-121854901E27}"/>
              </a:ext>
            </a:extLst>
          </p:cNvPr>
          <p:cNvSpPr txBox="1"/>
          <p:nvPr/>
        </p:nvSpPr>
        <p:spPr>
          <a:xfrm>
            <a:off x="4517080" y="2386374"/>
            <a:ext cx="1007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145FD4-1E2B-574E-8324-F9CFF90BA82D}"/>
              </a:ext>
            </a:extLst>
          </p:cNvPr>
          <p:cNvSpPr txBox="1"/>
          <p:nvPr/>
        </p:nvSpPr>
        <p:spPr>
          <a:xfrm>
            <a:off x="3513018" y="5262277"/>
            <a:ext cx="1383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Breaker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F05C0B-BF6E-D4B8-9BF1-75706AEFB727}"/>
              </a:ext>
            </a:extLst>
          </p:cNvPr>
          <p:cNvSpPr txBox="1"/>
          <p:nvPr/>
        </p:nvSpPr>
        <p:spPr>
          <a:xfrm>
            <a:off x="7027932" y="5061865"/>
            <a:ext cx="1316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endParaRPr lang="en-SG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36A7AA-1B7E-9C34-B2F5-59179920D00E}"/>
              </a:ext>
            </a:extLst>
          </p:cNvPr>
          <p:cNvSpPr txBox="1"/>
          <p:nvPr/>
        </p:nvSpPr>
        <p:spPr>
          <a:xfrm>
            <a:off x="8436339" y="3903008"/>
            <a:ext cx="16871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Snubber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6C9655-3B61-4466-A33F-2ECDDDED6449}"/>
              </a:ext>
            </a:extLst>
          </p:cNvPr>
          <p:cNvSpPr txBox="1"/>
          <p:nvPr/>
        </p:nvSpPr>
        <p:spPr>
          <a:xfrm>
            <a:off x="7311511" y="4743380"/>
            <a:ext cx="1462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AC Chopper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27671A-5C61-941D-FE09-0FCF44DE3515}"/>
              </a:ext>
            </a:extLst>
          </p:cNvPr>
          <p:cNvSpPr txBox="1"/>
          <p:nvPr/>
        </p:nvSpPr>
        <p:spPr>
          <a:xfrm>
            <a:off x="8742169" y="3168394"/>
            <a:ext cx="100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Arus</a:t>
            </a:r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endParaRPr lang="en-S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84F73B-B0E7-B3FB-43D0-F89BA9998A88}"/>
              </a:ext>
            </a:extLst>
          </p:cNvPr>
          <p:cNvSpPr txBox="1"/>
          <p:nvPr/>
        </p:nvSpPr>
        <p:spPr>
          <a:xfrm>
            <a:off x="7153397" y="2002532"/>
            <a:ext cx="13048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2CA46-34E9-EA5C-2BE2-842584CCB677}"/>
              </a:ext>
            </a:extLst>
          </p:cNvPr>
          <p:cNvSpPr txBox="1"/>
          <p:nvPr/>
        </p:nvSpPr>
        <p:spPr>
          <a:xfrm>
            <a:off x="8436339" y="2252429"/>
            <a:ext cx="1007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Pompa Air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E24635-F80D-B211-70A3-4B4BCF77A777}"/>
              </a:ext>
            </a:extLst>
          </p:cNvPr>
          <p:cNvSpPr txBox="1"/>
          <p:nvPr/>
        </p:nvSpPr>
        <p:spPr>
          <a:xfrm>
            <a:off x="3794760" y="3465707"/>
            <a:ext cx="1566046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Voltage Divider</a:t>
            </a:r>
          </a:p>
        </p:txBody>
      </p:sp>
    </p:spTree>
    <p:extLst>
      <p:ext uri="{BB962C8B-B14F-4D97-AF65-F5344CB8AC3E}">
        <p14:creationId xmlns:p14="http://schemas.microsoft.com/office/powerpoint/2010/main" val="2740445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D784-E483-D256-EF38-B7EE597B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6692C7-B3AB-EBEF-E173-A0A92EA26A23}"/>
              </a:ext>
            </a:extLst>
          </p:cNvPr>
          <p:cNvCxnSpPr>
            <a:cxnSpLocks/>
          </p:cNvCxnSpPr>
          <p:nvPr/>
        </p:nvCxnSpPr>
        <p:spPr>
          <a:xfrm flipV="1">
            <a:off x="4258186" y="2643505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CFC821-C81D-3A67-ABEC-D4F579C6ACCA}"/>
              </a:ext>
            </a:extLst>
          </p:cNvPr>
          <p:cNvCxnSpPr>
            <a:cxnSpLocks/>
          </p:cNvCxnSpPr>
          <p:nvPr/>
        </p:nvCxnSpPr>
        <p:spPr>
          <a:xfrm>
            <a:off x="4413885" y="2643505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FB76AA-98AD-532F-F18A-5B829E36A8E0}"/>
              </a:ext>
            </a:extLst>
          </p:cNvPr>
          <p:cNvCxnSpPr>
            <a:cxnSpLocks/>
          </p:cNvCxnSpPr>
          <p:nvPr/>
        </p:nvCxnSpPr>
        <p:spPr>
          <a:xfrm flipV="1">
            <a:off x="2629411" y="206248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A810BD-3E1D-43DB-7E6F-6CDFAA05A298}"/>
              </a:ext>
            </a:extLst>
          </p:cNvPr>
          <p:cNvCxnSpPr>
            <a:cxnSpLocks/>
          </p:cNvCxnSpPr>
          <p:nvPr/>
        </p:nvCxnSpPr>
        <p:spPr>
          <a:xfrm>
            <a:off x="2785110" y="206248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6D5A74-41EA-E7DE-62DB-D2DDEC2D81AE}"/>
              </a:ext>
            </a:extLst>
          </p:cNvPr>
          <p:cNvCxnSpPr>
            <a:cxnSpLocks/>
          </p:cNvCxnSpPr>
          <p:nvPr/>
        </p:nvCxnSpPr>
        <p:spPr>
          <a:xfrm flipH="1">
            <a:off x="4789805" y="4972050"/>
            <a:ext cx="134620" cy="25273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87F6B-0924-D7DF-2F70-0A748DF80237}"/>
              </a:ext>
            </a:extLst>
          </p:cNvPr>
          <p:cNvCxnSpPr>
            <a:cxnSpLocks/>
          </p:cNvCxnSpPr>
          <p:nvPr/>
        </p:nvCxnSpPr>
        <p:spPr>
          <a:xfrm>
            <a:off x="4413885" y="522478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8AB8D6-7733-57FA-EC04-724C1EFB99ED}"/>
              </a:ext>
            </a:extLst>
          </p:cNvPr>
          <p:cNvCxnSpPr>
            <a:cxnSpLocks/>
          </p:cNvCxnSpPr>
          <p:nvPr/>
        </p:nvCxnSpPr>
        <p:spPr>
          <a:xfrm flipV="1">
            <a:off x="7049011" y="2260998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126468-069A-2A0E-93E0-BFFFB782C18F}"/>
              </a:ext>
            </a:extLst>
          </p:cNvPr>
          <p:cNvCxnSpPr>
            <a:cxnSpLocks/>
          </p:cNvCxnSpPr>
          <p:nvPr/>
        </p:nvCxnSpPr>
        <p:spPr>
          <a:xfrm>
            <a:off x="7204710" y="2260998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175EFB-343F-365D-B5D7-233AB75A8C01}"/>
              </a:ext>
            </a:extLst>
          </p:cNvPr>
          <p:cNvCxnSpPr>
            <a:cxnSpLocks/>
          </p:cNvCxnSpPr>
          <p:nvPr/>
        </p:nvCxnSpPr>
        <p:spPr>
          <a:xfrm flipV="1">
            <a:off x="8054851" y="3299968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F4AE4F-5449-B1E0-FEF1-02E0DA4B66F9}"/>
              </a:ext>
            </a:extLst>
          </p:cNvPr>
          <p:cNvCxnSpPr>
            <a:cxnSpLocks/>
          </p:cNvCxnSpPr>
          <p:nvPr/>
        </p:nvCxnSpPr>
        <p:spPr>
          <a:xfrm>
            <a:off x="8210550" y="3299968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518C32-F677-1FE3-5558-A0648DEE5CDD}"/>
              </a:ext>
            </a:extLst>
          </p:cNvPr>
          <p:cNvCxnSpPr>
            <a:cxnSpLocks/>
          </p:cNvCxnSpPr>
          <p:nvPr/>
        </p:nvCxnSpPr>
        <p:spPr>
          <a:xfrm flipV="1">
            <a:off x="8242811" y="4183888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9AE427-B6D4-9938-AC1B-354C04E1CF24}"/>
              </a:ext>
            </a:extLst>
          </p:cNvPr>
          <p:cNvCxnSpPr>
            <a:cxnSpLocks/>
          </p:cNvCxnSpPr>
          <p:nvPr/>
        </p:nvCxnSpPr>
        <p:spPr>
          <a:xfrm>
            <a:off x="8398510" y="4183888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F490A9-A765-7B9B-68BA-49FA7E5AB0D8}"/>
              </a:ext>
            </a:extLst>
          </p:cNvPr>
          <p:cNvCxnSpPr>
            <a:cxnSpLocks/>
          </p:cNvCxnSpPr>
          <p:nvPr/>
        </p:nvCxnSpPr>
        <p:spPr>
          <a:xfrm flipV="1">
            <a:off x="6517392" y="5208710"/>
            <a:ext cx="155699" cy="19851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D3D064-6EE4-BBFE-FEF1-7E4BDF16EE90}"/>
              </a:ext>
            </a:extLst>
          </p:cNvPr>
          <p:cNvCxnSpPr>
            <a:cxnSpLocks/>
          </p:cNvCxnSpPr>
          <p:nvPr/>
        </p:nvCxnSpPr>
        <p:spPr>
          <a:xfrm>
            <a:off x="6673091" y="520871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2E19C65-BD7E-AFD7-E515-0F785CA01DC6}"/>
              </a:ext>
            </a:extLst>
          </p:cNvPr>
          <p:cNvCxnSpPr>
            <a:cxnSpLocks/>
          </p:cNvCxnSpPr>
          <p:nvPr/>
        </p:nvCxnSpPr>
        <p:spPr>
          <a:xfrm flipH="1" flipV="1">
            <a:off x="9312910" y="2495773"/>
            <a:ext cx="187960" cy="221239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F11380-99E2-D7A1-A9D8-5E5061D63D1C}"/>
              </a:ext>
            </a:extLst>
          </p:cNvPr>
          <p:cNvCxnSpPr>
            <a:cxnSpLocks/>
          </p:cNvCxnSpPr>
          <p:nvPr/>
        </p:nvCxnSpPr>
        <p:spPr>
          <a:xfrm>
            <a:off x="8936990" y="2495773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F7E3732-BC59-DBA7-768F-4E04C22EC5DF}"/>
              </a:ext>
            </a:extLst>
          </p:cNvPr>
          <p:cNvCxnSpPr>
            <a:cxnSpLocks/>
          </p:cNvCxnSpPr>
          <p:nvPr/>
        </p:nvCxnSpPr>
        <p:spPr>
          <a:xfrm>
            <a:off x="6673091" y="4683684"/>
            <a:ext cx="195069" cy="198196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1B6B7CC-66C1-E748-7D9C-065313BAEC96}"/>
              </a:ext>
            </a:extLst>
          </p:cNvPr>
          <p:cNvCxnSpPr>
            <a:cxnSpLocks/>
          </p:cNvCxnSpPr>
          <p:nvPr/>
        </p:nvCxnSpPr>
        <p:spPr>
          <a:xfrm>
            <a:off x="6873240" y="4881880"/>
            <a:ext cx="41656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B6F891-85A5-3B42-4407-AEBB6DF4FA7E}"/>
              </a:ext>
            </a:extLst>
          </p:cNvPr>
          <p:cNvCxnSpPr>
            <a:cxnSpLocks/>
          </p:cNvCxnSpPr>
          <p:nvPr/>
        </p:nvCxnSpPr>
        <p:spPr>
          <a:xfrm flipH="1" flipV="1">
            <a:off x="5796280" y="3739972"/>
            <a:ext cx="150371" cy="294179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EDD17B2-854B-1128-4BB0-A9F1008F6161}"/>
              </a:ext>
            </a:extLst>
          </p:cNvPr>
          <p:cNvCxnSpPr>
            <a:cxnSpLocks/>
          </p:cNvCxnSpPr>
          <p:nvPr/>
        </p:nvCxnSpPr>
        <p:spPr>
          <a:xfrm>
            <a:off x="5379720" y="3739972"/>
            <a:ext cx="41656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E630BA5-D1FF-A197-1554-44553EEFEAB3}"/>
              </a:ext>
            </a:extLst>
          </p:cNvPr>
          <p:cNvSpPr txBox="1"/>
          <p:nvPr/>
        </p:nvSpPr>
        <p:spPr>
          <a:xfrm>
            <a:off x="3119253" y="1908639"/>
            <a:ext cx="198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3562DA-3F33-B704-1804-FD83002A9164}"/>
              </a:ext>
            </a:extLst>
          </p:cNvPr>
          <p:cNvSpPr txBox="1"/>
          <p:nvPr/>
        </p:nvSpPr>
        <p:spPr>
          <a:xfrm>
            <a:off x="4517080" y="2386374"/>
            <a:ext cx="1007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E7D08B-F4AE-BB0C-C9D7-E5BB296AE7C5}"/>
              </a:ext>
            </a:extLst>
          </p:cNvPr>
          <p:cNvSpPr txBox="1"/>
          <p:nvPr/>
        </p:nvSpPr>
        <p:spPr>
          <a:xfrm>
            <a:off x="3513018" y="5262277"/>
            <a:ext cx="1383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Breaker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6D3B38-0DF8-8081-4741-EA10ACE2BF01}"/>
              </a:ext>
            </a:extLst>
          </p:cNvPr>
          <p:cNvSpPr txBox="1"/>
          <p:nvPr/>
        </p:nvSpPr>
        <p:spPr>
          <a:xfrm>
            <a:off x="7027932" y="5061865"/>
            <a:ext cx="1316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endParaRPr lang="en-SG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1D9AEB-BA4F-3279-3A98-B81DA70B1CE9}"/>
              </a:ext>
            </a:extLst>
          </p:cNvPr>
          <p:cNvSpPr txBox="1"/>
          <p:nvPr/>
        </p:nvSpPr>
        <p:spPr>
          <a:xfrm>
            <a:off x="8436339" y="3903008"/>
            <a:ext cx="16871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Snubber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63CFD9-8479-69AC-8732-D21CE2135FC1}"/>
              </a:ext>
            </a:extLst>
          </p:cNvPr>
          <p:cNvSpPr txBox="1"/>
          <p:nvPr/>
        </p:nvSpPr>
        <p:spPr>
          <a:xfrm>
            <a:off x="7311511" y="4743380"/>
            <a:ext cx="1462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 AC Chopper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48B927-8AFF-2A49-A85B-C68AB57C4102}"/>
              </a:ext>
            </a:extLst>
          </p:cNvPr>
          <p:cNvSpPr txBox="1"/>
          <p:nvPr/>
        </p:nvSpPr>
        <p:spPr>
          <a:xfrm>
            <a:off x="8742169" y="3168394"/>
            <a:ext cx="100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Arus</a:t>
            </a:r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SG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endParaRPr lang="en-S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6211C6-774A-0D18-3207-78816F79BB53}"/>
              </a:ext>
            </a:extLst>
          </p:cNvPr>
          <p:cNvSpPr txBox="1"/>
          <p:nvPr/>
        </p:nvSpPr>
        <p:spPr>
          <a:xfrm>
            <a:off x="7153397" y="2002532"/>
            <a:ext cx="13048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705FE4-B401-5164-7958-260A3EE1C049}"/>
              </a:ext>
            </a:extLst>
          </p:cNvPr>
          <p:cNvSpPr txBox="1"/>
          <p:nvPr/>
        </p:nvSpPr>
        <p:spPr>
          <a:xfrm>
            <a:off x="8436339" y="2252429"/>
            <a:ext cx="1007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Pompa Air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0FA4DA-B179-4A2D-4FC3-15326A153B1F}"/>
              </a:ext>
            </a:extLst>
          </p:cNvPr>
          <p:cNvSpPr txBox="1"/>
          <p:nvPr/>
        </p:nvSpPr>
        <p:spPr>
          <a:xfrm>
            <a:off x="3794760" y="3465707"/>
            <a:ext cx="1566046" cy="4616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Voltage Divider</a:t>
            </a:r>
          </a:p>
        </p:txBody>
      </p:sp>
    </p:spTree>
    <p:extLst>
      <p:ext uri="{BB962C8B-B14F-4D97-AF65-F5344CB8AC3E}">
        <p14:creationId xmlns:p14="http://schemas.microsoft.com/office/powerpoint/2010/main" val="29616560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319F43-62AF-EE86-6039-DA5C996DB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77"/>
          <a:stretch>
            <a:fillRect/>
          </a:stretch>
        </p:blipFill>
        <p:spPr>
          <a:xfrm>
            <a:off x="2621756" y="1089000"/>
            <a:ext cx="6948488" cy="4680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4F426F-11D1-1019-1A6B-EAD202CC4C05}"/>
              </a:ext>
            </a:extLst>
          </p:cNvPr>
          <p:cNvCxnSpPr>
            <a:cxnSpLocks/>
          </p:cNvCxnSpPr>
          <p:nvPr/>
        </p:nvCxnSpPr>
        <p:spPr>
          <a:xfrm flipH="1" flipV="1">
            <a:off x="8213090" y="1302360"/>
            <a:ext cx="138430" cy="19116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552E56-47BC-ED2B-A183-F728049BEA5B}"/>
              </a:ext>
            </a:extLst>
          </p:cNvPr>
          <p:cNvCxnSpPr>
            <a:cxnSpLocks/>
          </p:cNvCxnSpPr>
          <p:nvPr/>
        </p:nvCxnSpPr>
        <p:spPr>
          <a:xfrm>
            <a:off x="7837170" y="1308532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2EE6C1-443F-EF70-FA4C-DFD28EEEA339}"/>
              </a:ext>
            </a:extLst>
          </p:cNvPr>
          <p:cNvCxnSpPr>
            <a:cxnSpLocks/>
          </p:cNvCxnSpPr>
          <p:nvPr/>
        </p:nvCxnSpPr>
        <p:spPr>
          <a:xfrm flipH="1">
            <a:off x="8282305" y="3429000"/>
            <a:ext cx="206375" cy="21336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8EEC4C-E241-46D8-EDE5-622278E16004}"/>
              </a:ext>
            </a:extLst>
          </p:cNvPr>
          <p:cNvCxnSpPr>
            <a:cxnSpLocks/>
          </p:cNvCxnSpPr>
          <p:nvPr/>
        </p:nvCxnSpPr>
        <p:spPr>
          <a:xfrm>
            <a:off x="7906385" y="364236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BB41BFA-F95A-ECB8-CD91-00834D0A4916}"/>
              </a:ext>
            </a:extLst>
          </p:cNvPr>
          <p:cNvSpPr txBox="1"/>
          <p:nvPr/>
        </p:nvSpPr>
        <p:spPr>
          <a:xfrm>
            <a:off x="6680777" y="1186917"/>
            <a:ext cx="1123632" cy="261610"/>
          </a:xfrm>
          <a:prstGeom prst="rect">
            <a:avLst/>
          </a:prstGeom>
          <a:solidFill>
            <a:srgbClr val="D5D3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SG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Tekanan</a:t>
            </a:r>
            <a:endParaRPr lang="en-SG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F68C37-C118-36BE-8284-DD4D7E306E6B}"/>
              </a:ext>
            </a:extLst>
          </p:cNvPr>
          <p:cNvSpPr txBox="1"/>
          <p:nvPr/>
        </p:nvSpPr>
        <p:spPr>
          <a:xfrm>
            <a:off x="7063108" y="3523020"/>
            <a:ext cx="793115" cy="261610"/>
          </a:xfrm>
          <a:prstGeom prst="rect">
            <a:avLst/>
          </a:prstGeom>
          <a:solidFill>
            <a:srgbClr val="D5D3D6"/>
          </a:solidFill>
        </p:spPr>
        <p:txBody>
          <a:bodyPr wrap="squar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Pompa Air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9C3D71-FD91-555D-91CE-CCA9DAADC4BA}"/>
              </a:ext>
            </a:extLst>
          </p:cNvPr>
          <p:cNvCxnSpPr>
            <a:cxnSpLocks/>
          </p:cNvCxnSpPr>
          <p:nvPr/>
        </p:nvCxnSpPr>
        <p:spPr>
          <a:xfrm flipH="1">
            <a:off x="4163060" y="1645920"/>
            <a:ext cx="95250" cy="20828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A20685-92D6-6AFE-20BE-85FA2886ABE8}"/>
              </a:ext>
            </a:extLst>
          </p:cNvPr>
          <p:cNvCxnSpPr>
            <a:cxnSpLocks/>
          </p:cNvCxnSpPr>
          <p:nvPr/>
        </p:nvCxnSpPr>
        <p:spPr>
          <a:xfrm>
            <a:off x="3876040" y="1854200"/>
            <a:ext cx="30480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30B36B-8F4B-A490-A054-506B12945259}"/>
              </a:ext>
            </a:extLst>
          </p:cNvPr>
          <p:cNvCxnSpPr>
            <a:cxnSpLocks/>
          </p:cNvCxnSpPr>
          <p:nvPr/>
        </p:nvCxnSpPr>
        <p:spPr>
          <a:xfrm flipH="1">
            <a:off x="5432107" y="1645920"/>
            <a:ext cx="95250" cy="20828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E381EE-72FD-BAA6-58F9-AE23DE9C3F24}"/>
              </a:ext>
            </a:extLst>
          </p:cNvPr>
          <p:cNvCxnSpPr>
            <a:cxnSpLocks/>
          </p:cNvCxnSpPr>
          <p:nvPr/>
        </p:nvCxnSpPr>
        <p:spPr>
          <a:xfrm>
            <a:off x="5145087" y="1854200"/>
            <a:ext cx="30480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CF4B954-7FAD-3377-371F-1E7FA83C2904}"/>
              </a:ext>
            </a:extLst>
          </p:cNvPr>
          <p:cNvCxnSpPr>
            <a:cxnSpLocks/>
          </p:cNvCxnSpPr>
          <p:nvPr/>
        </p:nvCxnSpPr>
        <p:spPr>
          <a:xfrm flipH="1">
            <a:off x="6617020" y="1645920"/>
            <a:ext cx="95250" cy="20828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CD8A21-9C87-D5C9-C6C7-066A1B01E023}"/>
              </a:ext>
            </a:extLst>
          </p:cNvPr>
          <p:cNvCxnSpPr>
            <a:cxnSpLocks/>
          </p:cNvCxnSpPr>
          <p:nvPr/>
        </p:nvCxnSpPr>
        <p:spPr>
          <a:xfrm>
            <a:off x="6330000" y="1854200"/>
            <a:ext cx="30480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0127BE8-44AF-F9C0-C9C7-ED80441ED09B}"/>
              </a:ext>
            </a:extLst>
          </p:cNvPr>
          <p:cNvCxnSpPr>
            <a:cxnSpLocks/>
          </p:cNvCxnSpPr>
          <p:nvPr/>
        </p:nvCxnSpPr>
        <p:spPr>
          <a:xfrm flipH="1">
            <a:off x="7808598" y="1645920"/>
            <a:ext cx="95250" cy="20828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EFE814-8F6B-C4B7-C75F-F4C635A7BE91}"/>
              </a:ext>
            </a:extLst>
          </p:cNvPr>
          <p:cNvCxnSpPr>
            <a:cxnSpLocks/>
          </p:cNvCxnSpPr>
          <p:nvPr/>
        </p:nvCxnSpPr>
        <p:spPr>
          <a:xfrm>
            <a:off x="7521578" y="1854200"/>
            <a:ext cx="30480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1A10D14-88E2-7BF5-430D-95469E1C7191}"/>
              </a:ext>
            </a:extLst>
          </p:cNvPr>
          <p:cNvSpPr txBox="1"/>
          <p:nvPr/>
        </p:nvSpPr>
        <p:spPr>
          <a:xfrm>
            <a:off x="3195734" y="1723395"/>
            <a:ext cx="631825" cy="261610"/>
          </a:xfrm>
          <a:prstGeom prst="rect">
            <a:avLst/>
          </a:prstGeom>
          <a:solidFill>
            <a:srgbClr val="D5D3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Keran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9BD00E-FAED-8354-CF71-9E2AAA19EE3B}"/>
              </a:ext>
            </a:extLst>
          </p:cNvPr>
          <p:cNvSpPr txBox="1"/>
          <p:nvPr/>
        </p:nvSpPr>
        <p:spPr>
          <a:xfrm>
            <a:off x="4463289" y="1723395"/>
            <a:ext cx="661825" cy="261610"/>
          </a:xfrm>
          <a:prstGeom prst="rect">
            <a:avLst/>
          </a:prstGeom>
          <a:solidFill>
            <a:srgbClr val="D5D3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Keran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C487E4-07DF-3804-D1B8-F0A9BB53BC23}"/>
              </a:ext>
            </a:extLst>
          </p:cNvPr>
          <p:cNvSpPr txBox="1"/>
          <p:nvPr/>
        </p:nvSpPr>
        <p:spPr>
          <a:xfrm>
            <a:off x="5660491" y="1723395"/>
            <a:ext cx="649759" cy="261610"/>
          </a:xfrm>
          <a:prstGeom prst="rect">
            <a:avLst/>
          </a:prstGeom>
          <a:solidFill>
            <a:srgbClr val="D5D3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Keran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275891-DB04-73C6-6E93-031ED205213F}"/>
              </a:ext>
            </a:extLst>
          </p:cNvPr>
          <p:cNvSpPr txBox="1"/>
          <p:nvPr/>
        </p:nvSpPr>
        <p:spPr>
          <a:xfrm>
            <a:off x="6863319" y="1723395"/>
            <a:ext cx="637728" cy="261610"/>
          </a:xfrm>
          <a:prstGeom prst="rect">
            <a:avLst/>
          </a:prstGeom>
          <a:solidFill>
            <a:srgbClr val="D5D3D6"/>
          </a:solidFill>
        </p:spPr>
        <p:txBody>
          <a:bodyPr wrap="squar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Keran 4</a:t>
            </a:r>
          </a:p>
        </p:txBody>
      </p:sp>
    </p:spTree>
    <p:extLst>
      <p:ext uri="{BB962C8B-B14F-4D97-AF65-F5344CB8AC3E}">
        <p14:creationId xmlns:p14="http://schemas.microsoft.com/office/powerpoint/2010/main" val="12580161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554201-3E7D-DB35-D30D-BB3FDF58C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25" y="921543"/>
            <a:ext cx="6686550" cy="50149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5FC787-9BE6-8900-C66E-243725752BF2}"/>
              </a:ext>
            </a:extLst>
          </p:cNvPr>
          <p:cNvCxnSpPr>
            <a:cxnSpLocks/>
          </p:cNvCxnSpPr>
          <p:nvPr/>
        </p:nvCxnSpPr>
        <p:spPr>
          <a:xfrm flipH="1">
            <a:off x="7808976" y="4992006"/>
            <a:ext cx="143005" cy="213978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869E4E-6049-C59E-2508-7FF09BF8EF78}"/>
              </a:ext>
            </a:extLst>
          </p:cNvPr>
          <p:cNvCxnSpPr>
            <a:cxnSpLocks/>
          </p:cNvCxnSpPr>
          <p:nvPr/>
        </p:nvCxnSpPr>
        <p:spPr>
          <a:xfrm>
            <a:off x="7522464" y="5205984"/>
            <a:ext cx="286512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46DB4F-58E0-C4AB-65F0-6D90BDB25E7C}"/>
              </a:ext>
            </a:extLst>
          </p:cNvPr>
          <p:cNvSpPr txBox="1"/>
          <p:nvPr/>
        </p:nvSpPr>
        <p:spPr>
          <a:xfrm>
            <a:off x="6188970" y="4928985"/>
            <a:ext cx="1811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Isolated Voltage Probes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1743EA-EC6D-E017-DE9F-547EA219F32C}"/>
              </a:ext>
            </a:extLst>
          </p:cNvPr>
          <p:cNvCxnSpPr>
            <a:cxnSpLocks/>
          </p:cNvCxnSpPr>
          <p:nvPr/>
        </p:nvCxnSpPr>
        <p:spPr>
          <a:xfrm flipV="1">
            <a:off x="2987040" y="3827780"/>
            <a:ext cx="192405" cy="320040"/>
          </a:xfrm>
          <a:prstGeom prst="line">
            <a:avLst/>
          </a:prstGeom>
          <a:ln w="28575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1420C6-FA05-2A3C-A965-6838042D7DC0}"/>
              </a:ext>
            </a:extLst>
          </p:cNvPr>
          <p:cNvCxnSpPr>
            <a:cxnSpLocks/>
          </p:cNvCxnSpPr>
          <p:nvPr/>
        </p:nvCxnSpPr>
        <p:spPr>
          <a:xfrm>
            <a:off x="3179445" y="3827780"/>
            <a:ext cx="375920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B2B5738-E2A0-96A8-6365-ECFA9C02E73A}"/>
              </a:ext>
            </a:extLst>
          </p:cNvPr>
          <p:cNvSpPr txBox="1"/>
          <p:nvPr/>
        </p:nvSpPr>
        <p:spPr>
          <a:xfrm>
            <a:off x="3296920" y="3550781"/>
            <a:ext cx="584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</a:p>
        </p:txBody>
      </p:sp>
    </p:spTree>
    <p:extLst>
      <p:ext uri="{BB962C8B-B14F-4D97-AF65-F5344CB8AC3E}">
        <p14:creationId xmlns:p14="http://schemas.microsoft.com/office/powerpoint/2010/main" val="7286520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1B9D88-4F19-EBA1-812D-FAAB09653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425" y="873124"/>
            <a:ext cx="7049908" cy="3965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A5FE2-DE58-4219-9162-3336871F4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99" y="873124"/>
            <a:ext cx="2974181" cy="39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801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CADCE-ED18-147F-532B-AB0EF039F8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41"/>
          <a:stretch>
            <a:fillRect/>
          </a:stretch>
        </p:blipFill>
        <p:spPr>
          <a:xfrm>
            <a:off x="2100830" y="933449"/>
            <a:ext cx="8885690" cy="515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24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F98C6D-03EB-4D1B-AE17-20CF95841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81" y="1055164"/>
            <a:ext cx="8276037" cy="47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2466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B4D2E-DD70-5795-B1E2-A5981AF0C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15" y="1230439"/>
            <a:ext cx="8176969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821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AB6E4A-DF9C-9CAD-5233-4FE3D7CCE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87222"/>
            <a:ext cx="9144000" cy="248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346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AE6387-7538-CE5C-380A-BDD8E3DA6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00099"/>
            <a:ext cx="9144000" cy="385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128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79E528-8A91-BC0A-EE82-E73BB093B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88" y="973258"/>
            <a:ext cx="3734124" cy="4549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28A766-9AF6-A0E2-7E4A-372193170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352" y="973258"/>
            <a:ext cx="3520745" cy="44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924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9EF041-CC3B-10DC-4C5F-744BDA02F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497" y="1272353"/>
            <a:ext cx="6436749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18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4F8C1B-F2FE-016C-A0A3-1D6ADE8A0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684" y="1516214"/>
            <a:ext cx="6350199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272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EBF73-C578-F4D0-1A7E-647E003A5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665" y="1600040"/>
            <a:ext cx="6336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214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19A44-805F-B572-9CE3-D68AD0F9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1535266"/>
            <a:ext cx="6310503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53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3E659A-BC9A-B1A5-F980-E7394DFCE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84" y="1024681"/>
            <a:ext cx="6388716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500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03E55-75C8-27B2-10FF-E61053A5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429" y="925613"/>
            <a:ext cx="6401095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35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4150</TotalTime>
  <Words>335</Words>
  <Application>Microsoft Office PowerPoint</Application>
  <PresentationFormat>Widescreen</PresentationFormat>
  <Paragraphs>121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Yoel Yhokhanan Sianipar</dc:creator>
  <cp:lastModifiedBy>Yoel Yhokhanan Sianipar</cp:lastModifiedBy>
  <cp:revision>27</cp:revision>
  <dcterms:created xsi:type="dcterms:W3CDTF">2026-06-16T16:51:30Z</dcterms:created>
  <dcterms:modified xsi:type="dcterms:W3CDTF">2026-07-22T05:13:32Z</dcterms:modified>
</cp:coreProperties>
</file>